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2" roundtripDataSignature="AMtx7mh5XqsNf9leuH5XP2JfiWPjGkMw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994799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Modelo de Fidelización y Recompra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Objetivos</a:t>
            </a:r>
            <a:endParaRPr/>
          </a:p>
        </p:txBody>
      </p:sp>
      <p:sp>
        <p:nvSpPr>
          <p:cNvPr id="60" name="Google Shape;60;p2"/>
          <p:cNvSpPr txBox="1"/>
          <p:nvPr>
            <p:ph idx="1" type="body"/>
          </p:nvPr>
        </p:nvSpPr>
        <p:spPr>
          <a:xfrm>
            <a:off x="2317350" y="1152475"/>
            <a:ext cx="6515100" cy="933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200"/>
              <a:t>Objetivos del análisis / modelo</a:t>
            </a:r>
            <a:endParaRPr sz="1200"/>
          </a:p>
        </p:txBody>
      </p:sp>
      <p:sp>
        <p:nvSpPr>
          <p:cNvPr id="61" name="Google Shape;61;p2"/>
          <p:cNvSpPr/>
          <p:nvPr/>
        </p:nvSpPr>
        <p:spPr>
          <a:xfrm>
            <a:off x="387850" y="1152500"/>
            <a:ext cx="1835100" cy="93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387850" y="2221250"/>
            <a:ext cx="1835100" cy="2347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Asunciones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2317350" y="2220225"/>
            <a:ext cx="6515100" cy="234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200"/>
              <a:t>Criterios que he adoptado, flitrados de datos, eliminación de nulos, ….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69" name="Google Shape;69;p3"/>
          <p:cNvSpPr txBox="1"/>
          <p:nvPr>
            <p:ph idx="1" type="body"/>
          </p:nvPr>
        </p:nvSpPr>
        <p:spPr>
          <a:xfrm>
            <a:off x="435181" y="3904945"/>
            <a:ext cx="2566200" cy="933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100"/>
              <a:t>observaciones</a:t>
            </a:r>
            <a:endParaRPr sz="1100"/>
          </a:p>
        </p:txBody>
      </p:sp>
      <p:pic>
        <p:nvPicPr>
          <p:cNvPr id="70" name="Google Shape;70;p3" title="Points score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076" y="1524033"/>
            <a:ext cx="2566119" cy="209146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>
            <p:ph idx="1" type="body"/>
          </p:nvPr>
        </p:nvSpPr>
        <p:spPr>
          <a:xfrm>
            <a:off x="410076" y="1101125"/>
            <a:ext cx="2566200" cy="29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n" sz="1450">
                <a:solidFill>
                  <a:schemeClr val="lt1"/>
                </a:solidFill>
              </a:rPr>
              <a:t>Título Gráfico </a:t>
            </a:r>
            <a:endParaRPr b="1" sz="1450">
              <a:solidFill>
                <a:schemeClr val="lt1"/>
              </a:solidFill>
            </a:endParaRPr>
          </a:p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262206" y="3904945"/>
            <a:ext cx="2566200" cy="933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100"/>
              <a:t>observaciones</a:t>
            </a:r>
            <a:endParaRPr sz="1100"/>
          </a:p>
        </p:txBody>
      </p:sp>
      <p:pic>
        <p:nvPicPr>
          <p:cNvPr id="73" name="Google Shape;73;p3" title="Points score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7101" y="1524033"/>
            <a:ext cx="2566119" cy="209146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 txBox="1"/>
          <p:nvPr>
            <p:ph idx="1" type="body"/>
          </p:nvPr>
        </p:nvSpPr>
        <p:spPr>
          <a:xfrm>
            <a:off x="3237101" y="1101125"/>
            <a:ext cx="2566200" cy="29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n" sz="1450">
                <a:solidFill>
                  <a:schemeClr val="lt1"/>
                </a:solidFill>
              </a:rPr>
              <a:t>Título Gráfico </a:t>
            </a:r>
            <a:endParaRPr b="1" sz="1450">
              <a:solidFill>
                <a:schemeClr val="lt1"/>
              </a:solidFill>
            </a:endParaRPr>
          </a:p>
        </p:txBody>
      </p:sp>
      <p:sp>
        <p:nvSpPr>
          <p:cNvPr id="75" name="Google Shape;75;p3"/>
          <p:cNvSpPr txBox="1"/>
          <p:nvPr>
            <p:ph idx="1" type="body"/>
          </p:nvPr>
        </p:nvSpPr>
        <p:spPr>
          <a:xfrm>
            <a:off x="6150381" y="3904945"/>
            <a:ext cx="2566200" cy="933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100"/>
              <a:t>observaciones</a:t>
            </a:r>
            <a:endParaRPr sz="1100"/>
          </a:p>
        </p:txBody>
      </p:sp>
      <p:pic>
        <p:nvPicPr>
          <p:cNvPr id="76" name="Google Shape;76;p3" title="Points score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5276" y="1524033"/>
            <a:ext cx="2566119" cy="209146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 txBox="1"/>
          <p:nvPr>
            <p:ph idx="1" type="body"/>
          </p:nvPr>
        </p:nvSpPr>
        <p:spPr>
          <a:xfrm>
            <a:off x="6125276" y="1101125"/>
            <a:ext cx="2566200" cy="29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n" sz="1450">
                <a:solidFill>
                  <a:schemeClr val="lt1"/>
                </a:solidFill>
              </a:rPr>
              <a:t>Título Gráfico </a:t>
            </a:r>
            <a:endParaRPr b="1" sz="14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Modelo</a:t>
            </a:r>
            <a:endParaRPr/>
          </a:p>
        </p:txBody>
      </p:sp>
      <p:sp>
        <p:nvSpPr>
          <p:cNvPr id="83" name="Google Shape;83;p4"/>
          <p:cNvSpPr txBox="1"/>
          <p:nvPr>
            <p:ph idx="1" type="body"/>
          </p:nvPr>
        </p:nvSpPr>
        <p:spPr>
          <a:xfrm>
            <a:off x="952136" y="3904949"/>
            <a:ext cx="3116700" cy="933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100"/>
              <a:t>observaciones</a:t>
            </a:r>
            <a:endParaRPr sz="1100"/>
          </a:p>
        </p:txBody>
      </p:sp>
      <p:sp>
        <p:nvSpPr>
          <p:cNvPr id="84" name="Google Shape;84;p4"/>
          <p:cNvSpPr txBox="1"/>
          <p:nvPr>
            <p:ph idx="1" type="body"/>
          </p:nvPr>
        </p:nvSpPr>
        <p:spPr>
          <a:xfrm>
            <a:off x="921645" y="1101125"/>
            <a:ext cx="3116700" cy="29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n" sz="1450">
                <a:solidFill>
                  <a:schemeClr val="lt1"/>
                </a:solidFill>
              </a:rPr>
              <a:t>Curva ROC</a:t>
            </a:r>
            <a:endParaRPr b="1" sz="1450">
              <a:solidFill>
                <a:schemeClr val="lt1"/>
              </a:solidFill>
            </a:endParaRPr>
          </a:p>
        </p:txBody>
      </p:sp>
      <p:sp>
        <p:nvSpPr>
          <p:cNvPr id="85" name="Google Shape;85;p4"/>
          <p:cNvSpPr txBox="1"/>
          <p:nvPr>
            <p:ph idx="1" type="body"/>
          </p:nvPr>
        </p:nvSpPr>
        <p:spPr>
          <a:xfrm>
            <a:off x="4791185" y="3904949"/>
            <a:ext cx="3116700" cy="933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100"/>
              <a:t>observaciones</a:t>
            </a:r>
            <a:endParaRPr sz="1100"/>
          </a:p>
        </p:txBody>
      </p:sp>
      <p:sp>
        <p:nvSpPr>
          <p:cNvPr id="86" name="Google Shape;86;p4"/>
          <p:cNvSpPr txBox="1"/>
          <p:nvPr>
            <p:ph idx="1" type="body"/>
          </p:nvPr>
        </p:nvSpPr>
        <p:spPr>
          <a:xfrm>
            <a:off x="4760694" y="1101125"/>
            <a:ext cx="3116700" cy="29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n" sz="1450">
                <a:solidFill>
                  <a:schemeClr val="lt1"/>
                </a:solidFill>
              </a:rPr>
              <a:t>Variables más importantes</a:t>
            </a:r>
            <a:endParaRPr b="1" sz="1450">
              <a:solidFill>
                <a:schemeClr val="lt1"/>
              </a:solidFill>
            </a:endParaRPr>
          </a:p>
        </p:txBody>
      </p:sp>
      <p:pic>
        <p:nvPicPr>
          <p:cNvPr id="87" name="Google Shape;87;p4" title="Points score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1645" y="1548425"/>
            <a:ext cx="3147201" cy="220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4" title="Points scored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0695" y="1548425"/>
            <a:ext cx="3169725" cy="220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Conclusiones y Próximos pasos</a:t>
            </a:r>
            <a:endParaRPr/>
          </a:p>
        </p:txBody>
      </p:sp>
      <p:sp>
        <p:nvSpPr>
          <p:cNvPr id="94" name="Google Shape;94;p5"/>
          <p:cNvSpPr txBox="1"/>
          <p:nvPr>
            <p:ph idx="1" type="body"/>
          </p:nvPr>
        </p:nvSpPr>
        <p:spPr>
          <a:xfrm>
            <a:off x="2317350" y="1152475"/>
            <a:ext cx="6515100" cy="933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200"/>
              <a:t>Principales conclusiones</a:t>
            </a:r>
            <a:endParaRPr sz="1200"/>
          </a:p>
        </p:txBody>
      </p:sp>
      <p:sp>
        <p:nvSpPr>
          <p:cNvPr id="95" name="Google Shape;95;p5"/>
          <p:cNvSpPr/>
          <p:nvPr/>
        </p:nvSpPr>
        <p:spPr>
          <a:xfrm>
            <a:off x="387850" y="1152500"/>
            <a:ext cx="1835100" cy="93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87850" y="2221250"/>
            <a:ext cx="1835100" cy="2347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Próximos pasos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 txBox="1"/>
          <p:nvPr>
            <p:ph idx="1" type="body"/>
          </p:nvPr>
        </p:nvSpPr>
        <p:spPr>
          <a:xfrm>
            <a:off x="2317350" y="2220225"/>
            <a:ext cx="6515100" cy="234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Posible plan de accion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Estrategia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Otros análisis que se propone hacer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200"/>
              <a:t>…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(instrucciones)</a:t>
            </a:r>
            <a:endParaRPr/>
          </a:p>
        </p:txBody>
      </p:sp>
      <p:sp>
        <p:nvSpPr>
          <p:cNvPr id="103" name="Google Shape;103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Esto es un propuesta de plantilla para facilitar hacer un powerpoint a aquellos menos habituados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El utilizar esta plantilla es opcional, el que se sienta más cómo con otra la puede utilizar sin problema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 posible que necesites dos slides de gráficas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 las gráficas podéis pegar directamente las que os salen de python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