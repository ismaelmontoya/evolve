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el caso: como Data Scientist de Halfords, el director de Customer Experience me pide analizar las reseñas de Trustpilot para detectar oportunidades de mejora. Empresa elegida: Halfords (100 reseñas), dentro del sector con más competencia, Vehicles &amp; Transportation.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Objetivos: las 4 preguntas del enunciado. Hipótesis clave: las estrellas están sesgadas, así que mido el sentimiento con un modelo de NLP, no con el rating. Los topics se extraen con TF-IDF+NMF ajustado sobre todo el sector para poder comparar Halfords con la competencia en el mismo espacio de temas.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1. El modelo de sentimiento clasifica como negativas la mayoría de reseñas: Halfords 65% negativas / 35% positivas. Importante: NO es un mal dato aislado, todo el sector es muy crítico. De hecho Halfords está mejor que la media (32% la competencia) y es la empresa nº 15 de 60. La muestra tiene estrellas balanceadas, por eso hay tantas reseñas críticas.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2. Con NMF saco 8 temas. Halfords se concentra en su tienda física y taller: 'Personal y taller (MOT)' es el 45% de sus reseñas, seguido de 'Atención al cliente' (19%) y 'Pedidos online' (13%). La competencia, al ser más online (ferries, parking, e-commerce), reparte sus temas. Esto define el modelo de negocio de Halfords: tienda +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3. Cruzo sentimiento y topic. A la izquierda, % positivas por tema; a la derecha, la diferencia frente a la competencia (verde = mejores, rojo = peores). Donde ganamos es en el factor humano: personal y taller. Donde perdemos es en lo digital: web/app y reservas (−12.9 puntos, la mayor brecha), neumáticos y pedidos online. El taller funciona; lo digital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4. Priorizo las mejoras por impacto (volumen × sentimiento × brecha vs competencia). 1) Postventa y pedidos online: lo más urgente, 7.7% positivas. 2) Web/app y reservas: la mayor desventaja competitiva. 3) Click &amp; collect y montaje: esperas y errores. Las reseñas negativas reales lo confirman: problemas de admin, pagos sin confirmar y recogidas lentas.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Conclusión: Halfords no está mal dentro de un sector durísimo, su fortaleza es el factor humano (taller y personal) y su debilidad lo digital/postventa, justo donde pierde frente a la competencia. Próximos pasos: plan de choque en postventa, rediseño de web/app y reservas, mejorar click&amp;collect, comunicar la fortaleza del taller y repetir el análisis cada trimestre. Nota: usar las estrellas habría ocultado todo 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463040"/>
            <a:ext cx="4114800" cy="4114800"/>
          </a:xfrm>
          <a:prstGeom prst="ellipse">
            <a:avLst/>
          </a:prstGeom>
          <a:solidFill>
            <a:srgbClr val="14506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2926080" cy="2926080"/>
          </a:xfrm>
          <a:prstGeom prst="ellipse">
            <a:avLst/>
          </a:prstGeom>
          <a:solidFill>
            <a:srgbClr val="1450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 · DEEP LEARNING (NLP)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reseñas en Trustpilot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Halfords  ·  Sector Vehicles &amp; Transportation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oportunidades de mejora en la experiencia de cliente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Ismael  ·  Data Scientist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 hipótesis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reseñas son positivas o negativas? ¿Y la competencia?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temas (topics) tratan las reseñas?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sentimiento tiene cada tema vs la competencia?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áreas de mejora accionables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Hipótesis y método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estrellas están sesgadas (misma distribución en todas) → no fiables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con modelo NLP (transformer DistilBERT), no con estrellas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con TF-IDF + NMF sobre todo el sector (espacio común)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 59 competidores del mismo sector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123.181 reseñas; foco: 100 de Halfords + 5.665 competencia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PREGUNTA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 positivo y negativo</a:t>
            </a:r>
            <a:endParaRPr lang="en-US" sz="3000" dirty="0"/>
          </a:p>
        </p:txBody>
      </p:sp>
      <p:pic>
        <p:nvPicPr>
          <p:cNvPr id="4" name="Image 0" descr="/sessions/funny-clever-mayer/mnt/outputs/deck_assets/01_sentimi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5720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14173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0B3D5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57800" y="1463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3949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reseñas de Halfords son POSITIVAS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0" y="2880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 lo negativo en todo el sector (muy crítico)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Halfords (35% pos) supera a la competencia (32%)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 15 de 60 empresas en % de reseñas positivas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PREGUNTA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topics</a:t>
            </a:r>
            <a:endParaRPr lang="en-US" sz="3000" dirty="0"/>
          </a:p>
        </p:txBody>
      </p:sp>
      <p:pic>
        <p:nvPicPr>
          <p:cNvPr id="4" name="Image 0" descr="/sessions/funny-clever-mayer/mnt/outputs/deck_assets/02_top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2120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417320"/>
            <a:ext cx="2788920" cy="28803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se habla?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35040" y="20116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y taller (MOT): 45% — tema dominante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cliente: 19%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online y reembolsos: 13%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competencia está mucho más repartida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PREGUNTA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 y topics</a:t>
            </a:r>
            <a:endParaRPr lang="en-US" sz="3000" dirty="0"/>
          </a:p>
        </p:txBody>
      </p:sp>
      <p:pic>
        <p:nvPicPr>
          <p:cNvPr id="4" name="Image 0" descr="/sessions/funny-clever-mayer/mnt/outputs/deck_assets/03_pos_top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17320"/>
            <a:ext cx="4343400" cy="2432304"/>
          </a:xfrm>
          <a:prstGeom prst="rect">
            <a:avLst/>
          </a:prstGeom>
        </p:spPr>
      </p:pic>
      <p:pic>
        <p:nvPicPr>
          <p:cNvPr id="5" name="Image 1" descr="/sessions/funny-clever-mayer/mnt/outputs/deck_assets/04_di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17320"/>
            <a:ext cx="4206240" cy="2157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4069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Fortaleza: </a:t>
            </a:r>
            <a:pPr indent="0" marL="0">
              <a:buNone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y taller — tema nº1 y +4.7 pts sobre la competencia.   </a:t>
            </a:r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Debilidades: </a:t>
            </a:r>
            <a:pPr indent="0" marL="0">
              <a:buNone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y web/app (−12.9), Neumáticos (−6.4) y Pedidos online (7.7% pos).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PREGUNTA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Áreas de mejora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088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Postventa y pedidos online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788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Confirmaciones de pago/compra que no llegan, informes de MOT no entregados, reembolsos lentos. Solo 7.7% positivas.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4173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6459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11296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web / app y reservas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11296" y="2788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 brecha frente a la competencia (−12.9 pts). Chat de soporte que no resuelve; flujo de reserva confuso.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17336" y="14173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16459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18504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&amp; collect y montaje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18504" y="2788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Esperas largas en recogida y artículos que faltan; errores en el montaje de bicicletas.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por impacto = mucho volumen × bajo sentimiento × peor que la competencia.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próximos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es muy crítico; Halfords está por encima de la media (puesto 15/60)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gran activo es el personal y el taller (MOT): nuestra ventaja competitiva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débil es lo digital y la postventa, donde perdemos frente a rivales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estrellas habrían ocultado este diagnóstico (sesgo)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0B3D5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choque en postventa: confirmaciones automáticas y SLA de reembolsos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del flujo web/app de reservas y del chat de soporte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click &amp; collect (cola dedicada, control de stock)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en marketing la fortaleza del taller/personal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análisis por trimestres para medir progreso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reseñas Trustpilot — Halfords</dc:title>
  <dc:subject>PptxGenJS Presentation</dc:subject>
  <dc:creator>Ismael</dc:creator>
  <cp:lastModifiedBy>Ismael</cp:lastModifiedBy>
  <cp:revision>1</cp:revision>
  <dcterms:created xsi:type="dcterms:W3CDTF">2026-06-28T16:02:57Z</dcterms:created>
  <dcterms:modified xsi:type="dcterms:W3CDTF">2026-06-28T16:02:57Z</dcterms:modified>
</cp:coreProperties>
</file>