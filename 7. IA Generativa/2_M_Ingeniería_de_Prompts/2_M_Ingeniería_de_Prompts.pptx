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8" r:id="rId2"/>
  </p:sldMasterIdLst>
  <p:notesMasterIdLst>
    <p:notesMasterId r:id="rId19"/>
  </p:notesMasterIdLst>
  <p:sldIdLst>
    <p:sldId id="2147482607" r:id="rId3"/>
    <p:sldId id="2147482599" r:id="rId4"/>
    <p:sldId id="2147482621" r:id="rId5"/>
    <p:sldId id="2147482622" r:id="rId6"/>
    <p:sldId id="2147482623" r:id="rId7"/>
    <p:sldId id="2147482624" r:id="rId8"/>
    <p:sldId id="2147482625" r:id="rId9"/>
    <p:sldId id="2147482626" r:id="rId10"/>
    <p:sldId id="2147482627" r:id="rId11"/>
    <p:sldId id="2147482628" r:id="rId12"/>
    <p:sldId id="2147482629" r:id="rId13"/>
    <p:sldId id="2147482630" r:id="rId14"/>
    <p:sldId id="2147482631" r:id="rId15"/>
    <p:sldId id="2147482632" r:id="rId16"/>
    <p:sldId id="2147482633" r:id="rId17"/>
    <p:sldId id="2147482634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F52B3A-9B3C-4DEF-9BDE-3CDDA479FD9C}" v="74" dt="2025-08-18T14:30:43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Prior Muñoz" userId="80a9829b-4c38-4da5-9cb6-4e8f306c1142" providerId="ADAL" clId="{13F52B3A-9B3C-4DEF-9BDE-3CDDA479FD9C}"/>
    <pc:docChg chg="undo custSel addSld delSld modSld sldOrd">
      <pc:chgData name="Victor Prior Muñoz" userId="80a9829b-4c38-4da5-9cb6-4e8f306c1142" providerId="ADAL" clId="{13F52B3A-9B3C-4DEF-9BDE-3CDDA479FD9C}" dt="2025-08-21T14:43:34.019" v="1258" actId="47"/>
      <pc:docMkLst>
        <pc:docMk/>
      </pc:docMkLst>
      <pc:sldChg chg="del">
        <pc:chgData name="Victor Prior Muñoz" userId="80a9829b-4c38-4da5-9cb6-4e8f306c1142" providerId="ADAL" clId="{13F52B3A-9B3C-4DEF-9BDE-3CDDA479FD9C}" dt="2025-08-06T15:10:10.447" v="1" actId="47"/>
        <pc:sldMkLst>
          <pc:docMk/>
          <pc:sldMk cId="0" sldId="258"/>
        </pc:sldMkLst>
      </pc:sldChg>
      <pc:sldChg chg="modSp mod">
        <pc:chgData name="Victor Prior Muñoz" userId="80a9829b-4c38-4da5-9cb6-4e8f306c1142" providerId="ADAL" clId="{13F52B3A-9B3C-4DEF-9BDE-3CDDA479FD9C}" dt="2025-08-09T15:51:27.379" v="885"/>
        <pc:sldMkLst>
          <pc:docMk/>
          <pc:sldMk cId="0" sldId="259"/>
        </pc:sldMkLst>
        <pc:spChg chg="mod">
          <ac:chgData name="Victor Prior Muñoz" userId="80a9829b-4c38-4da5-9cb6-4e8f306c1142" providerId="ADAL" clId="{13F52B3A-9B3C-4DEF-9BDE-3CDDA479FD9C}" dt="2025-08-06T15:10:17.491" v="2" actId="20577"/>
          <ac:spMkLst>
            <pc:docMk/>
            <pc:sldMk cId="0" sldId="259"/>
            <ac:spMk id="323" creationId="{00000000-0000-0000-0000-000000000000}"/>
          </ac:spMkLst>
        </pc:spChg>
        <pc:spChg chg="mod">
          <ac:chgData name="Victor Prior Muñoz" userId="80a9829b-4c38-4da5-9cb6-4e8f306c1142" providerId="ADAL" clId="{13F52B3A-9B3C-4DEF-9BDE-3CDDA479FD9C}" dt="2025-08-09T15:51:27.379" v="885"/>
          <ac:spMkLst>
            <pc:docMk/>
            <pc:sldMk cId="0" sldId="259"/>
            <ac:spMk id="324" creationId="{00000000-0000-0000-0000-000000000000}"/>
          </ac:spMkLst>
        </pc:spChg>
      </pc:sldChg>
      <pc:sldChg chg="addSp modSp add modNotes">
        <pc:chgData name="Victor Prior Muñoz" userId="80a9829b-4c38-4da5-9cb6-4e8f306c1142" providerId="ADAL" clId="{13F52B3A-9B3C-4DEF-9BDE-3CDDA479FD9C}" dt="2025-08-17T15:31:19.420" v="1206"/>
        <pc:sldMkLst>
          <pc:docMk/>
          <pc:sldMk cId="0" sldId="263"/>
        </pc:sldMkLst>
        <pc:spChg chg="add mod">
          <ac:chgData name="Victor Prior Muñoz" userId="80a9829b-4c38-4da5-9cb6-4e8f306c1142" providerId="ADAL" clId="{13F52B3A-9B3C-4DEF-9BDE-3CDDA479FD9C}" dt="2025-08-17T15:31:19.420" v="1206"/>
          <ac:spMkLst>
            <pc:docMk/>
            <pc:sldMk cId="0" sldId="263"/>
            <ac:spMk id="2" creationId="{87C4BDCB-DF97-2680-0915-C19B45E123B5}"/>
          </ac:spMkLst>
        </pc:spChg>
      </pc:sldChg>
      <pc:sldChg chg="addSp modSp add mod">
        <pc:chgData name="Victor Prior Muñoz" userId="80a9829b-4c38-4da5-9cb6-4e8f306c1142" providerId="ADAL" clId="{13F52B3A-9B3C-4DEF-9BDE-3CDDA479FD9C}" dt="2025-08-17T15:31:19.875" v="1207"/>
        <pc:sldMkLst>
          <pc:docMk/>
          <pc:sldMk cId="0" sldId="264"/>
        </pc:sldMkLst>
        <pc:spChg chg="add mod">
          <ac:chgData name="Victor Prior Muñoz" userId="80a9829b-4c38-4da5-9cb6-4e8f306c1142" providerId="ADAL" clId="{13F52B3A-9B3C-4DEF-9BDE-3CDDA479FD9C}" dt="2025-08-17T15:31:19.875" v="1207"/>
          <ac:spMkLst>
            <pc:docMk/>
            <pc:sldMk cId="0" sldId="264"/>
            <ac:spMk id="2" creationId="{533C034E-BB26-1F10-1903-75349C8E455E}"/>
          </ac:spMkLst>
        </pc:spChg>
        <pc:spChg chg="mod">
          <ac:chgData name="Victor Prior Muñoz" userId="80a9829b-4c38-4da5-9cb6-4e8f306c1142" providerId="ADAL" clId="{13F52B3A-9B3C-4DEF-9BDE-3CDDA479FD9C}" dt="2025-08-07T14:41:41.749" v="118" actId="27636"/>
          <ac:spMkLst>
            <pc:docMk/>
            <pc:sldMk cId="0" sldId="264"/>
            <ac:spMk id="377" creationId="{00000000-0000-0000-0000-000000000000}"/>
          </ac:spMkLst>
        </pc:spChg>
      </pc:sldChg>
      <pc:sldChg chg="addSp modSp add mod">
        <pc:chgData name="Victor Prior Muñoz" userId="80a9829b-4c38-4da5-9cb6-4e8f306c1142" providerId="ADAL" clId="{13F52B3A-9B3C-4DEF-9BDE-3CDDA479FD9C}" dt="2025-08-17T15:31:20.739" v="1208"/>
        <pc:sldMkLst>
          <pc:docMk/>
          <pc:sldMk cId="0" sldId="265"/>
        </pc:sldMkLst>
        <pc:spChg chg="add mod">
          <ac:chgData name="Victor Prior Muñoz" userId="80a9829b-4c38-4da5-9cb6-4e8f306c1142" providerId="ADAL" clId="{13F52B3A-9B3C-4DEF-9BDE-3CDDA479FD9C}" dt="2025-08-17T15:31:20.739" v="1208"/>
          <ac:spMkLst>
            <pc:docMk/>
            <pc:sldMk cId="0" sldId="265"/>
            <ac:spMk id="2" creationId="{98300E59-67FA-A0F0-42C0-631E22EEB065}"/>
          </ac:spMkLst>
        </pc:spChg>
        <pc:spChg chg="mod">
          <ac:chgData name="Victor Prior Muñoz" userId="80a9829b-4c38-4da5-9cb6-4e8f306c1142" providerId="ADAL" clId="{13F52B3A-9B3C-4DEF-9BDE-3CDDA479FD9C}" dt="2025-08-07T14:41:41.765" v="119" actId="27636"/>
          <ac:spMkLst>
            <pc:docMk/>
            <pc:sldMk cId="0" sldId="265"/>
            <ac:spMk id="392" creationId="{00000000-0000-0000-0000-000000000000}"/>
          </ac:spMkLst>
        </pc:spChg>
      </pc:sldChg>
      <pc:sldChg chg="addSp modSp add modNotes">
        <pc:chgData name="Victor Prior Muñoz" userId="80a9829b-4c38-4da5-9cb6-4e8f306c1142" providerId="ADAL" clId="{13F52B3A-9B3C-4DEF-9BDE-3CDDA479FD9C}" dt="2025-08-17T15:31:21.849" v="1209"/>
        <pc:sldMkLst>
          <pc:docMk/>
          <pc:sldMk cId="0" sldId="266"/>
        </pc:sldMkLst>
        <pc:spChg chg="add mod">
          <ac:chgData name="Victor Prior Muñoz" userId="80a9829b-4c38-4da5-9cb6-4e8f306c1142" providerId="ADAL" clId="{13F52B3A-9B3C-4DEF-9BDE-3CDDA479FD9C}" dt="2025-08-17T15:31:21.849" v="1209"/>
          <ac:spMkLst>
            <pc:docMk/>
            <pc:sldMk cId="0" sldId="266"/>
            <ac:spMk id="2" creationId="{1C5667BF-FE4C-310A-0160-68684AF5AD26}"/>
          </ac:spMkLst>
        </pc:spChg>
      </pc:sldChg>
      <pc:sldChg chg="add del modNotes">
        <pc:chgData name="Victor Prior Muñoz" userId="80a9829b-4c38-4da5-9cb6-4e8f306c1142" providerId="ADAL" clId="{13F52B3A-9B3C-4DEF-9BDE-3CDDA479FD9C}" dt="2025-08-07T14:40:31.731" v="114" actId="47"/>
        <pc:sldMkLst>
          <pc:docMk/>
          <pc:sldMk cId="0" sldId="267"/>
        </pc:sldMkLst>
      </pc:sldChg>
      <pc:sldChg chg="add del modNotes">
        <pc:chgData name="Victor Prior Muñoz" userId="80a9829b-4c38-4da5-9cb6-4e8f306c1142" providerId="ADAL" clId="{13F52B3A-9B3C-4DEF-9BDE-3CDDA479FD9C}" dt="2025-08-07T14:40:31.731" v="114" actId="47"/>
        <pc:sldMkLst>
          <pc:docMk/>
          <pc:sldMk cId="0" sldId="268"/>
        </pc:sldMkLst>
      </pc:sldChg>
      <pc:sldChg chg="add del modNotes">
        <pc:chgData name="Victor Prior Muñoz" userId="80a9829b-4c38-4da5-9cb6-4e8f306c1142" providerId="ADAL" clId="{13F52B3A-9B3C-4DEF-9BDE-3CDDA479FD9C}" dt="2025-08-07T14:40:35.863" v="115" actId="47"/>
        <pc:sldMkLst>
          <pc:docMk/>
          <pc:sldMk cId="0" sldId="269"/>
        </pc:sldMkLst>
      </pc:sldChg>
      <pc:sldChg chg="addSp modSp add modNotes">
        <pc:chgData name="Victor Prior Muñoz" userId="80a9829b-4c38-4da5-9cb6-4e8f306c1142" providerId="ADAL" clId="{13F52B3A-9B3C-4DEF-9BDE-3CDDA479FD9C}" dt="2025-08-17T15:31:23.069" v="1210"/>
        <pc:sldMkLst>
          <pc:docMk/>
          <pc:sldMk cId="0" sldId="270"/>
        </pc:sldMkLst>
        <pc:spChg chg="add mod">
          <ac:chgData name="Victor Prior Muñoz" userId="80a9829b-4c38-4da5-9cb6-4e8f306c1142" providerId="ADAL" clId="{13F52B3A-9B3C-4DEF-9BDE-3CDDA479FD9C}" dt="2025-08-17T15:31:23.069" v="1210"/>
          <ac:spMkLst>
            <pc:docMk/>
            <pc:sldMk cId="0" sldId="270"/>
            <ac:spMk id="2" creationId="{A87A02C1-A545-5C8D-2607-91320517E3EF}"/>
          </ac:spMkLst>
        </pc:spChg>
      </pc:sldChg>
      <pc:sldChg chg="add del modNotes">
        <pc:chgData name="Victor Prior Muñoz" userId="80a9829b-4c38-4da5-9cb6-4e8f306c1142" providerId="ADAL" clId="{13F52B3A-9B3C-4DEF-9BDE-3CDDA479FD9C}" dt="2025-08-07T14:40:40.243" v="116" actId="47"/>
        <pc:sldMkLst>
          <pc:docMk/>
          <pc:sldMk cId="0" sldId="271"/>
        </pc:sldMkLst>
      </pc:sldChg>
      <pc:sldChg chg="delSp modSp mod">
        <pc:chgData name="Victor Prior Muñoz" userId="80a9829b-4c38-4da5-9cb6-4e8f306c1142" providerId="ADAL" clId="{13F52B3A-9B3C-4DEF-9BDE-3CDDA479FD9C}" dt="2025-08-17T15:30:48.643" v="1189" actId="14100"/>
        <pc:sldMkLst>
          <pc:docMk/>
          <pc:sldMk cId="1157171203" sldId="2147482536"/>
        </pc:sldMkLst>
        <pc:spChg chg="mod">
          <ac:chgData name="Victor Prior Muñoz" userId="80a9829b-4c38-4da5-9cb6-4e8f306c1142" providerId="ADAL" clId="{13F52B3A-9B3C-4DEF-9BDE-3CDDA479FD9C}" dt="2025-08-07T14:09:44.741" v="42"/>
          <ac:spMkLst>
            <pc:docMk/>
            <pc:sldMk cId="1157171203" sldId="2147482536"/>
            <ac:spMk id="3" creationId="{C2FECA51-9DE4-ECD7-B80C-037B7C20F889}"/>
          </ac:spMkLst>
        </pc:spChg>
        <pc:spChg chg="mod">
          <ac:chgData name="Victor Prior Muñoz" userId="80a9829b-4c38-4da5-9cb6-4e8f306c1142" providerId="ADAL" clId="{13F52B3A-9B3C-4DEF-9BDE-3CDDA479FD9C}" dt="2025-08-17T15:30:48.643" v="1189" actId="14100"/>
          <ac:spMkLst>
            <pc:docMk/>
            <pc:sldMk cId="1157171203" sldId="2147482536"/>
            <ac:spMk id="4" creationId="{C215D90B-74B9-A573-1715-E6C72FDF0E54}"/>
          </ac:spMkLst>
        </pc:spChg>
        <pc:spChg chg="mod">
          <ac:chgData name="Victor Prior Muñoz" userId="80a9829b-4c38-4da5-9cb6-4e8f306c1142" providerId="ADAL" clId="{13F52B3A-9B3C-4DEF-9BDE-3CDDA479FD9C}" dt="2025-08-07T14:09:49.111" v="43"/>
          <ac:spMkLst>
            <pc:docMk/>
            <pc:sldMk cId="1157171203" sldId="2147482536"/>
            <ac:spMk id="8" creationId="{049B82F5-32D5-EE45-1561-8D2386EFC519}"/>
          </ac:spMkLst>
        </pc:spChg>
      </pc:sldChg>
      <pc:sldChg chg="addSp delSp modSp mod">
        <pc:chgData name="Victor Prior Muñoz" userId="80a9829b-4c38-4da5-9cb6-4e8f306c1142" providerId="ADAL" clId="{13F52B3A-9B3C-4DEF-9BDE-3CDDA479FD9C}" dt="2025-08-18T14:45:11.616" v="1257" actId="20577"/>
        <pc:sldMkLst>
          <pc:docMk/>
          <pc:sldMk cId="2081924908" sldId="2147482537"/>
        </pc:sldMkLst>
        <pc:spChg chg="mod topLvl">
          <ac:chgData name="Victor Prior Muñoz" userId="80a9829b-4c38-4da5-9cb6-4e8f306c1142" providerId="ADAL" clId="{13F52B3A-9B3C-4DEF-9BDE-3CDDA479FD9C}" dt="2025-08-17T15:06:59.462" v="1154" actId="164"/>
          <ac:spMkLst>
            <pc:docMk/>
            <pc:sldMk cId="2081924908" sldId="2147482537"/>
            <ac:spMk id="3" creationId="{F7D80F37-D275-9724-6981-A463B899639A}"/>
          </ac:spMkLst>
        </pc:spChg>
        <pc:spChg chg="mod topLvl">
          <ac:chgData name="Victor Prior Muñoz" userId="80a9829b-4c38-4da5-9cb6-4e8f306c1142" providerId="ADAL" clId="{13F52B3A-9B3C-4DEF-9BDE-3CDDA479FD9C}" dt="2025-08-17T15:06:59.462" v="1154" actId="164"/>
          <ac:spMkLst>
            <pc:docMk/>
            <pc:sldMk cId="2081924908" sldId="2147482537"/>
            <ac:spMk id="5" creationId="{BC82965E-9610-AC70-D180-AB8D3217F270}"/>
          </ac:spMkLst>
        </pc:spChg>
        <pc:spChg chg="mod topLvl">
          <ac:chgData name="Victor Prior Muñoz" userId="80a9829b-4c38-4da5-9cb6-4e8f306c1142" providerId="ADAL" clId="{13F52B3A-9B3C-4DEF-9BDE-3CDDA479FD9C}" dt="2025-08-18T14:45:11.616" v="1257" actId="20577"/>
          <ac:spMkLst>
            <pc:docMk/>
            <pc:sldMk cId="2081924908" sldId="2147482537"/>
            <ac:spMk id="6" creationId="{8E5288D8-C114-DC0A-DF24-81748A42A32C}"/>
          </ac:spMkLst>
        </pc:spChg>
        <pc:spChg chg="add mod">
          <ac:chgData name="Victor Prior Muñoz" userId="80a9829b-4c38-4da5-9cb6-4e8f306c1142" providerId="ADAL" clId="{13F52B3A-9B3C-4DEF-9BDE-3CDDA479FD9C}" dt="2025-08-17T15:07:42.229" v="1155"/>
          <ac:spMkLst>
            <pc:docMk/>
            <pc:sldMk cId="2081924908" sldId="2147482537"/>
            <ac:spMk id="12" creationId="{9A47932F-B966-CCED-9C85-2D500931C472}"/>
          </ac:spMkLst>
        </pc:spChg>
        <pc:spChg chg="mod">
          <ac:chgData name="Victor Prior Muñoz" userId="80a9829b-4c38-4da5-9cb6-4e8f306c1142" providerId="ADAL" clId="{13F52B3A-9B3C-4DEF-9BDE-3CDDA479FD9C}" dt="2025-08-09T15:51:31.547" v="886"/>
          <ac:spMkLst>
            <pc:docMk/>
            <pc:sldMk cId="2081924908" sldId="2147482537"/>
            <ac:spMk id="295" creationId="{4C306B96-7ED5-AD1D-E595-87AC61E38338}"/>
          </ac:spMkLst>
        </pc:spChg>
        <pc:spChg chg="mod">
          <ac:chgData name="Victor Prior Muñoz" userId="80a9829b-4c38-4da5-9cb6-4e8f306c1142" providerId="ADAL" clId="{13F52B3A-9B3C-4DEF-9BDE-3CDDA479FD9C}" dt="2025-08-09T15:51:36.109" v="887"/>
          <ac:spMkLst>
            <pc:docMk/>
            <pc:sldMk cId="2081924908" sldId="2147482537"/>
            <ac:spMk id="296" creationId="{8F5B7322-F69F-C2D1-491F-FC8C6E9C86AB}"/>
          </ac:spMkLst>
        </pc:spChg>
        <pc:spChg chg="mod">
          <ac:chgData name="Victor Prior Muñoz" userId="80a9829b-4c38-4da5-9cb6-4e8f306c1142" providerId="ADAL" clId="{13F52B3A-9B3C-4DEF-9BDE-3CDDA479FD9C}" dt="2025-08-07T15:08:25.693" v="575" actId="13926"/>
          <ac:spMkLst>
            <pc:docMk/>
            <pc:sldMk cId="2081924908" sldId="2147482537"/>
            <ac:spMk id="299" creationId="{6391199D-C85C-1583-2D17-60870A94EC5A}"/>
          </ac:spMkLst>
        </pc:spChg>
        <pc:spChg chg="mod">
          <ac:chgData name="Victor Prior Muñoz" userId="80a9829b-4c38-4da5-9cb6-4e8f306c1142" providerId="ADAL" clId="{13F52B3A-9B3C-4DEF-9BDE-3CDDA479FD9C}" dt="2025-08-06T15:44:40.639" v="21"/>
          <ac:spMkLst>
            <pc:docMk/>
            <pc:sldMk cId="2081924908" sldId="2147482537"/>
            <ac:spMk id="300" creationId="{15195F6D-2F4F-2D6D-56F6-55E891693CD4}"/>
          </ac:spMkLst>
        </pc:spChg>
        <pc:spChg chg="mod">
          <ac:chgData name="Victor Prior Muñoz" userId="80a9829b-4c38-4da5-9cb6-4e8f306c1142" providerId="ADAL" clId="{13F52B3A-9B3C-4DEF-9BDE-3CDDA479FD9C}" dt="2025-08-06T15:44:57.888" v="23"/>
          <ac:spMkLst>
            <pc:docMk/>
            <pc:sldMk cId="2081924908" sldId="2147482537"/>
            <ac:spMk id="304" creationId="{4C0A912B-0F0F-C371-775E-CDC44A365EA2}"/>
          </ac:spMkLst>
        </pc:spChg>
        <pc:spChg chg="mod">
          <ac:chgData name="Victor Prior Muñoz" userId="80a9829b-4c38-4da5-9cb6-4e8f306c1142" providerId="ADAL" clId="{13F52B3A-9B3C-4DEF-9BDE-3CDDA479FD9C}" dt="2025-08-07T15:10:46.685" v="597" actId="20577"/>
          <ac:spMkLst>
            <pc:docMk/>
            <pc:sldMk cId="2081924908" sldId="2147482537"/>
            <ac:spMk id="305" creationId="{F526FD4F-5BD5-44DA-5672-349D0D297383}"/>
          </ac:spMkLst>
        </pc:spChg>
        <pc:spChg chg="mod">
          <ac:chgData name="Victor Prior Muñoz" userId="80a9829b-4c38-4da5-9cb6-4e8f306c1142" providerId="ADAL" clId="{13F52B3A-9B3C-4DEF-9BDE-3CDDA479FD9C}" dt="2025-08-06T15:45:06.871" v="24"/>
          <ac:spMkLst>
            <pc:docMk/>
            <pc:sldMk cId="2081924908" sldId="2147482537"/>
            <ac:spMk id="309" creationId="{E69833B7-65C3-856F-1A38-CECD5EA74A12}"/>
          </ac:spMkLst>
        </pc:spChg>
        <pc:spChg chg="mod">
          <ac:chgData name="Victor Prior Muñoz" userId="80a9829b-4c38-4da5-9cb6-4e8f306c1142" providerId="ADAL" clId="{13F52B3A-9B3C-4DEF-9BDE-3CDDA479FD9C}" dt="2025-08-07T15:11:25.072" v="611" actId="20577"/>
          <ac:spMkLst>
            <pc:docMk/>
            <pc:sldMk cId="2081924908" sldId="2147482537"/>
            <ac:spMk id="310" creationId="{9B40761E-F0FE-F821-1AF8-F66EEC13C485}"/>
          </ac:spMkLst>
        </pc:spChg>
        <pc:grpChg chg="add mod">
          <ac:chgData name="Victor Prior Muñoz" userId="80a9829b-4c38-4da5-9cb6-4e8f306c1142" providerId="ADAL" clId="{13F52B3A-9B3C-4DEF-9BDE-3CDDA479FD9C}" dt="2025-08-17T15:06:59.462" v="1154" actId="164"/>
          <ac:grpSpMkLst>
            <pc:docMk/>
            <pc:sldMk cId="2081924908" sldId="2147482537"/>
            <ac:grpSpMk id="13" creationId="{8C0B7130-9E7F-CF80-7313-244628E75763}"/>
          </ac:grpSpMkLst>
        </pc:grpChg>
        <pc:grpChg chg="mod">
          <ac:chgData name="Victor Prior Muñoz" userId="80a9829b-4c38-4da5-9cb6-4e8f306c1142" providerId="ADAL" clId="{13F52B3A-9B3C-4DEF-9BDE-3CDDA479FD9C}" dt="2025-08-17T14:41:55.595" v="976" actId="465"/>
          <ac:grpSpMkLst>
            <pc:docMk/>
            <pc:sldMk cId="2081924908" sldId="2147482537"/>
            <ac:grpSpMk id="303" creationId="{2954F7BF-873A-12F2-AE49-AD837104CDAA}"/>
          </ac:grpSpMkLst>
        </pc:grpChg>
        <pc:grpChg chg="mod">
          <ac:chgData name="Victor Prior Muñoz" userId="80a9829b-4c38-4da5-9cb6-4e8f306c1142" providerId="ADAL" clId="{13F52B3A-9B3C-4DEF-9BDE-3CDDA479FD9C}" dt="2025-08-17T14:41:55.595" v="976" actId="465"/>
          <ac:grpSpMkLst>
            <pc:docMk/>
            <pc:sldMk cId="2081924908" sldId="2147482537"/>
            <ac:grpSpMk id="308" creationId="{C113355B-E5A1-3A55-0FA5-C4A105FB49F0}"/>
          </ac:grpSpMkLst>
        </pc:grpChg>
      </pc:sldChg>
      <pc:sldChg chg="addSp delSp modSp mod">
        <pc:chgData name="Victor Prior Muñoz" userId="80a9829b-4c38-4da5-9cb6-4e8f306c1142" providerId="ADAL" clId="{13F52B3A-9B3C-4DEF-9BDE-3CDDA479FD9C}" dt="2025-08-17T15:31:04.712" v="1197"/>
        <pc:sldMkLst>
          <pc:docMk/>
          <pc:sldMk cId="1269293182" sldId="2147482538"/>
        </pc:sldMkLst>
        <pc:spChg chg="mod">
          <ac:chgData name="Victor Prior Muñoz" userId="80a9829b-4c38-4da5-9cb6-4e8f306c1142" providerId="ADAL" clId="{13F52B3A-9B3C-4DEF-9BDE-3CDDA479FD9C}" dt="2025-08-07T14:10:26.257" v="51"/>
          <ac:spMkLst>
            <pc:docMk/>
            <pc:sldMk cId="1269293182" sldId="2147482538"/>
            <ac:spMk id="3" creationId="{A3712BD6-38B8-55B4-C019-06C6ED9D6E75}"/>
          </ac:spMkLst>
        </pc:spChg>
        <pc:spChg chg="add mod">
          <ac:chgData name="Victor Prior Muñoz" userId="80a9829b-4c38-4da5-9cb6-4e8f306c1142" providerId="ADAL" clId="{13F52B3A-9B3C-4DEF-9BDE-3CDDA479FD9C}" dt="2025-08-17T15:31:04.712" v="1197"/>
          <ac:spMkLst>
            <pc:docMk/>
            <pc:sldMk cId="1269293182" sldId="2147482538"/>
            <ac:spMk id="4" creationId="{1E95622B-136B-E679-B6C7-944318B92927}"/>
          </ac:spMkLst>
        </pc:spChg>
        <pc:spChg chg="mod">
          <ac:chgData name="Victor Prior Muñoz" userId="80a9829b-4c38-4da5-9cb6-4e8f306c1142" providerId="ADAL" clId="{13F52B3A-9B3C-4DEF-9BDE-3CDDA479FD9C}" dt="2025-08-07T14:10:33.650" v="52"/>
          <ac:spMkLst>
            <pc:docMk/>
            <pc:sldMk cId="1269293182" sldId="2147482538"/>
            <ac:spMk id="8" creationId="{E63C2AC8-DE49-1537-7A79-59966A8B0260}"/>
          </ac:spMkLst>
        </pc:spChg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867740162" sldId="2147482539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605559724" sldId="2147482540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971405224" sldId="2147482541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993379227" sldId="2147482542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550369220" sldId="2147482543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915478989" sldId="2147482544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713566693" sldId="2147482545"/>
        </pc:sldMkLst>
      </pc:sldChg>
      <pc:sldChg chg="modSp mod">
        <pc:chgData name="Victor Prior Muñoz" userId="80a9829b-4c38-4da5-9cb6-4e8f306c1142" providerId="ADAL" clId="{13F52B3A-9B3C-4DEF-9BDE-3CDDA479FD9C}" dt="2025-08-07T14:21:36.723" v="77"/>
        <pc:sldMkLst>
          <pc:docMk/>
          <pc:sldMk cId="492137561" sldId="2147482546"/>
        </pc:sldMkLst>
        <pc:spChg chg="mod">
          <ac:chgData name="Victor Prior Muñoz" userId="80a9829b-4c38-4da5-9cb6-4e8f306c1142" providerId="ADAL" clId="{13F52B3A-9B3C-4DEF-9BDE-3CDDA479FD9C}" dt="2025-08-07T14:21:36.723" v="77"/>
          <ac:spMkLst>
            <pc:docMk/>
            <pc:sldMk cId="492137561" sldId="2147482546"/>
            <ac:spMk id="2" creationId="{1F9A36FE-05A4-5BF1-F1F4-9AB252F38D7D}"/>
          </ac:spMkLst>
        </pc:spChg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320089089" sldId="2147482547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889429261" sldId="2147482548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064290263" sldId="2147482549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309374691" sldId="2147482550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927661969" sldId="2147482551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677798322" sldId="2147482552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785990557" sldId="2147482553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034201164" sldId="2147482554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558292227" sldId="2147482555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997604646" sldId="2147482556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906443839" sldId="2147482557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686320133" sldId="2147482558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563270182" sldId="2147482559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874029531" sldId="2147482560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183902465" sldId="2147482561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201984465" sldId="2147482562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259316782" sldId="2147482563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358024548" sldId="2147482564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556102048" sldId="2147482565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377871450" sldId="2147482566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177752894" sldId="2147482567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494913293" sldId="2147482568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729670764" sldId="2147482576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829510217" sldId="2147482577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43586875" sldId="2147482578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479287373" sldId="2147482579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561888405" sldId="2147482580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060644270" sldId="2147482581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177718887" sldId="2147482582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120610839" sldId="2147482583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3596238888" sldId="2147482584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1957428832" sldId="2147482585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016962075" sldId="2147482586"/>
        </pc:sldMkLst>
      </pc:sldChg>
      <pc:sldChg chg="del">
        <pc:chgData name="Victor Prior Muñoz" userId="80a9829b-4c38-4da5-9cb6-4e8f306c1142" providerId="ADAL" clId="{13F52B3A-9B3C-4DEF-9BDE-3CDDA479FD9C}" dt="2025-08-07T14:22:26.139" v="82" actId="47"/>
        <pc:sldMkLst>
          <pc:docMk/>
          <pc:sldMk cId="215175635" sldId="2147482587"/>
        </pc:sldMkLst>
      </pc:sldChg>
      <pc:sldChg chg="modSp add del mod setBg">
        <pc:chgData name="Victor Prior Muñoz" userId="80a9829b-4c38-4da5-9cb6-4e8f306c1142" providerId="ADAL" clId="{13F52B3A-9B3C-4DEF-9BDE-3CDDA479FD9C}" dt="2025-08-09T15:51:15.526" v="884" actId="47"/>
        <pc:sldMkLst>
          <pc:docMk/>
          <pc:sldMk cId="0" sldId="2147482588"/>
        </pc:sldMkLst>
      </pc:sldChg>
      <pc:sldChg chg="addSp delSp modSp add mod">
        <pc:chgData name="Victor Prior Muñoz" userId="80a9829b-4c38-4da5-9cb6-4e8f306c1142" providerId="ADAL" clId="{13F52B3A-9B3C-4DEF-9BDE-3CDDA479FD9C}" dt="2025-08-17T15:31:00.385" v="1195"/>
        <pc:sldMkLst>
          <pc:docMk/>
          <pc:sldMk cId="2059609467" sldId="2147482589"/>
        </pc:sldMkLst>
        <pc:spChg chg="mod">
          <ac:chgData name="Victor Prior Muñoz" userId="80a9829b-4c38-4da5-9cb6-4e8f306c1142" providerId="ADAL" clId="{13F52B3A-9B3C-4DEF-9BDE-3CDDA479FD9C}" dt="2025-08-07T14:10:05.430" v="47"/>
          <ac:spMkLst>
            <pc:docMk/>
            <pc:sldMk cId="2059609467" sldId="2147482589"/>
            <ac:spMk id="3" creationId="{8BD45307-96AF-85C6-0A1D-017A22BAE037}"/>
          </ac:spMkLst>
        </pc:spChg>
        <pc:spChg chg="add mod">
          <ac:chgData name="Victor Prior Muñoz" userId="80a9829b-4c38-4da5-9cb6-4e8f306c1142" providerId="ADAL" clId="{13F52B3A-9B3C-4DEF-9BDE-3CDDA479FD9C}" dt="2025-08-17T15:31:00.385" v="1195"/>
          <ac:spMkLst>
            <pc:docMk/>
            <pc:sldMk cId="2059609467" sldId="2147482589"/>
            <ac:spMk id="5" creationId="{86DF6258-25DD-F987-67B4-9C06CED966E2}"/>
          </ac:spMkLst>
        </pc:spChg>
        <pc:spChg chg="mod">
          <ac:chgData name="Victor Prior Muñoz" userId="80a9829b-4c38-4da5-9cb6-4e8f306c1142" providerId="ADAL" clId="{13F52B3A-9B3C-4DEF-9BDE-3CDDA479FD9C}" dt="2025-08-07T14:10:12.504" v="50"/>
          <ac:spMkLst>
            <pc:docMk/>
            <pc:sldMk cId="2059609467" sldId="2147482589"/>
            <ac:spMk id="8" creationId="{1AEE3530-4974-9ADE-9E2C-FE7B7986713E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7T15:31:07.937" v="1199"/>
        <pc:sldMkLst>
          <pc:docMk/>
          <pc:sldMk cId="1284076792" sldId="2147482590"/>
        </pc:sldMkLst>
        <pc:spChg chg="mod">
          <ac:chgData name="Victor Prior Muñoz" userId="80a9829b-4c38-4da5-9cb6-4e8f306c1142" providerId="ADAL" clId="{13F52B3A-9B3C-4DEF-9BDE-3CDDA479FD9C}" dt="2025-08-07T14:10:55.799" v="55"/>
          <ac:spMkLst>
            <pc:docMk/>
            <pc:sldMk cId="1284076792" sldId="2147482590"/>
            <ac:spMk id="3" creationId="{8DB66D67-08AB-351C-A857-568BF0343DEC}"/>
          </ac:spMkLst>
        </pc:spChg>
        <pc:spChg chg="add mod">
          <ac:chgData name="Victor Prior Muñoz" userId="80a9829b-4c38-4da5-9cb6-4e8f306c1142" providerId="ADAL" clId="{13F52B3A-9B3C-4DEF-9BDE-3CDDA479FD9C}" dt="2025-08-17T15:31:07.937" v="1199"/>
          <ac:spMkLst>
            <pc:docMk/>
            <pc:sldMk cId="1284076792" sldId="2147482590"/>
            <ac:spMk id="4" creationId="{2FA48363-7E97-795E-619C-4D97858C4D35}"/>
          </ac:spMkLst>
        </pc:spChg>
        <pc:spChg chg="mod">
          <ac:chgData name="Victor Prior Muñoz" userId="80a9829b-4c38-4da5-9cb6-4e8f306c1142" providerId="ADAL" clId="{13F52B3A-9B3C-4DEF-9BDE-3CDDA479FD9C}" dt="2025-08-07T14:13:33.263" v="71" actId="20577"/>
          <ac:spMkLst>
            <pc:docMk/>
            <pc:sldMk cId="1284076792" sldId="2147482590"/>
            <ac:spMk id="8" creationId="{5CC932B6-014B-9722-F060-69FF6917A59D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7T15:31:10.493" v="1201"/>
        <pc:sldMkLst>
          <pc:docMk/>
          <pc:sldMk cId="785680380" sldId="2147482591"/>
        </pc:sldMkLst>
        <pc:spChg chg="mod">
          <ac:chgData name="Victor Prior Muñoz" userId="80a9829b-4c38-4da5-9cb6-4e8f306c1142" providerId="ADAL" clId="{13F52B3A-9B3C-4DEF-9BDE-3CDDA479FD9C}" dt="2025-08-07T14:13:57.195" v="73"/>
          <ac:spMkLst>
            <pc:docMk/>
            <pc:sldMk cId="785680380" sldId="2147482591"/>
            <ac:spMk id="3" creationId="{ECE2755C-1776-A858-5B69-84DA0D01EC90}"/>
          </ac:spMkLst>
        </pc:spChg>
        <pc:spChg chg="add mod">
          <ac:chgData name="Victor Prior Muñoz" userId="80a9829b-4c38-4da5-9cb6-4e8f306c1142" providerId="ADAL" clId="{13F52B3A-9B3C-4DEF-9BDE-3CDDA479FD9C}" dt="2025-08-17T15:31:10.493" v="1201"/>
          <ac:spMkLst>
            <pc:docMk/>
            <pc:sldMk cId="785680380" sldId="2147482591"/>
            <ac:spMk id="4" creationId="{738FEDC0-67BC-86BD-F267-5ECEF131C552}"/>
          </ac:spMkLst>
        </pc:spChg>
        <pc:spChg chg="mod">
          <ac:chgData name="Victor Prior Muñoz" userId="80a9829b-4c38-4da5-9cb6-4e8f306c1142" providerId="ADAL" clId="{13F52B3A-9B3C-4DEF-9BDE-3CDDA479FD9C}" dt="2025-08-07T14:14:07.016" v="75" actId="9"/>
          <ac:spMkLst>
            <pc:docMk/>
            <pc:sldMk cId="785680380" sldId="2147482591"/>
            <ac:spMk id="8" creationId="{9BF8D630-AA17-FB77-8FD9-472C7F129046}"/>
          </ac:spMkLst>
        </pc:spChg>
      </pc:sldChg>
      <pc:sldChg chg="modSp add mod">
        <pc:chgData name="Victor Prior Muñoz" userId="80a9829b-4c38-4da5-9cb6-4e8f306c1142" providerId="ADAL" clId="{13F52B3A-9B3C-4DEF-9BDE-3CDDA479FD9C}" dt="2025-08-07T14:21:57.979" v="81" actId="108"/>
        <pc:sldMkLst>
          <pc:docMk/>
          <pc:sldMk cId="3748044413" sldId="2147482592"/>
        </pc:sldMkLst>
        <pc:spChg chg="mod">
          <ac:chgData name="Victor Prior Muñoz" userId="80a9829b-4c38-4da5-9cb6-4e8f306c1142" providerId="ADAL" clId="{13F52B3A-9B3C-4DEF-9BDE-3CDDA479FD9C}" dt="2025-08-07T14:21:57.979" v="81" actId="108"/>
          <ac:spMkLst>
            <pc:docMk/>
            <pc:sldMk cId="3748044413" sldId="2147482592"/>
            <ac:spMk id="2" creationId="{691A0169-7CA5-0AB8-D673-352319FE811F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7T15:31:34.779" v="1217"/>
        <pc:sldMkLst>
          <pc:docMk/>
          <pc:sldMk cId="2713367754" sldId="2147482593"/>
        </pc:sldMkLst>
        <pc:spChg chg="mod">
          <ac:chgData name="Victor Prior Muñoz" userId="80a9829b-4c38-4da5-9cb6-4e8f306c1142" providerId="ADAL" clId="{13F52B3A-9B3C-4DEF-9BDE-3CDDA479FD9C}" dt="2025-08-07T14:22:37.511" v="84"/>
          <ac:spMkLst>
            <pc:docMk/>
            <pc:sldMk cId="2713367754" sldId="2147482593"/>
            <ac:spMk id="3" creationId="{C5C3FAB2-9557-7DE6-2FD8-6EDEF3186EEA}"/>
          </ac:spMkLst>
        </pc:spChg>
        <pc:spChg chg="add mod">
          <ac:chgData name="Victor Prior Muñoz" userId="80a9829b-4c38-4da5-9cb6-4e8f306c1142" providerId="ADAL" clId="{13F52B3A-9B3C-4DEF-9BDE-3CDDA479FD9C}" dt="2025-08-17T15:31:34.779" v="1217"/>
          <ac:spMkLst>
            <pc:docMk/>
            <pc:sldMk cId="2713367754" sldId="2147482593"/>
            <ac:spMk id="4" creationId="{E1125CA8-4519-2DAA-E1C2-3A87997F77CF}"/>
          </ac:spMkLst>
        </pc:spChg>
        <pc:spChg chg="mod">
          <ac:chgData name="Victor Prior Muñoz" userId="80a9829b-4c38-4da5-9cb6-4e8f306c1142" providerId="ADAL" clId="{13F52B3A-9B3C-4DEF-9BDE-3CDDA479FD9C}" dt="2025-08-07T14:22:43.233" v="86"/>
          <ac:spMkLst>
            <pc:docMk/>
            <pc:sldMk cId="2713367754" sldId="2147482593"/>
            <ac:spMk id="8" creationId="{93715B5A-8A99-8743-CA8C-31FF37BB4B8B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7T15:31:38.069" v="1219"/>
        <pc:sldMkLst>
          <pc:docMk/>
          <pc:sldMk cId="309282195" sldId="2147482594"/>
        </pc:sldMkLst>
        <pc:spChg chg="mod">
          <ac:chgData name="Victor Prior Muñoz" userId="80a9829b-4c38-4da5-9cb6-4e8f306c1142" providerId="ADAL" clId="{13F52B3A-9B3C-4DEF-9BDE-3CDDA479FD9C}" dt="2025-08-07T14:22:56.525" v="89"/>
          <ac:spMkLst>
            <pc:docMk/>
            <pc:sldMk cId="309282195" sldId="2147482594"/>
            <ac:spMk id="3" creationId="{9AA69CAD-EDF3-7F61-F8B3-2653107F2D5F}"/>
          </ac:spMkLst>
        </pc:spChg>
        <pc:spChg chg="add mod">
          <ac:chgData name="Victor Prior Muñoz" userId="80a9829b-4c38-4da5-9cb6-4e8f306c1142" providerId="ADAL" clId="{13F52B3A-9B3C-4DEF-9BDE-3CDDA479FD9C}" dt="2025-08-17T15:31:38.069" v="1219"/>
          <ac:spMkLst>
            <pc:docMk/>
            <pc:sldMk cId="309282195" sldId="2147482594"/>
            <ac:spMk id="4" creationId="{B5584CC1-C99D-D2E7-E042-EB2A3FAB2A0C}"/>
          </ac:spMkLst>
        </pc:spChg>
        <pc:spChg chg="mod">
          <ac:chgData name="Victor Prior Muñoz" userId="80a9829b-4c38-4da5-9cb6-4e8f306c1142" providerId="ADAL" clId="{13F52B3A-9B3C-4DEF-9BDE-3CDDA479FD9C}" dt="2025-08-07T14:22:51.677" v="88"/>
          <ac:spMkLst>
            <pc:docMk/>
            <pc:sldMk cId="309282195" sldId="2147482594"/>
            <ac:spMk id="8" creationId="{8445EFB6-25A8-9CB3-A3AC-AE2EE671E9EE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7T15:31:41.448" v="1221"/>
        <pc:sldMkLst>
          <pc:docMk/>
          <pc:sldMk cId="1616118518" sldId="2147482595"/>
        </pc:sldMkLst>
        <pc:spChg chg="mod">
          <ac:chgData name="Victor Prior Muñoz" userId="80a9829b-4c38-4da5-9cb6-4e8f306c1142" providerId="ADAL" clId="{13F52B3A-9B3C-4DEF-9BDE-3CDDA479FD9C}" dt="2025-08-07T14:23:06.125" v="91"/>
          <ac:spMkLst>
            <pc:docMk/>
            <pc:sldMk cId="1616118518" sldId="2147482595"/>
            <ac:spMk id="3" creationId="{718248DD-E488-904D-648E-21FE7656557C}"/>
          </ac:spMkLst>
        </pc:spChg>
        <pc:spChg chg="add mod">
          <ac:chgData name="Victor Prior Muñoz" userId="80a9829b-4c38-4da5-9cb6-4e8f306c1142" providerId="ADAL" clId="{13F52B3A-9B3C-4DEF-9BDE-3CDDA479FD9C}" dt="2025-08-17T15:31:41.448" v="1221"/>
          <ac:spMkLst>
            <pc:docMk/>
            <pc:sldMk cId="1616118518" sldId="2147482595"/>
            <ac:spMk id="4" creationId="{C0CA8BC8-466C-6D35-6A6C-8052671A7D39}"/>
          </ac:spMkLst>
        </pc:spChg>
        <pc:spChg chg="mod">
          <ac:chgData name="Victor Prior Muñoz" userId="80a9829b-4c38-4da5-9cb6-4e8f306c1142" providerId="ADAL" clId="{13F52B3A-9B3C-4DEF-9BDE-3CDDA479FD9C}" dt="2025-08-07T14:23:09.966" v="92"/>
          <ac:spMkLst>
            <pc:docMk/>
            <pc:sldMk cId="1616118518" sldId="2147482595"/>
            <ac:spMk id="8" creationId="{0E7D2E9D-2083-B317-74DC-8AC42C1749AB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7T15:31:44.507" v="1223"/>
        <pc:sldMkLst>
          <pc:docMk/>
          <pc:sldMk cId="1681797017" sldId="2147482596"/>
        </pc:sldMkLst>
        <pc:spChg chg="mod">
          <ac:chgData name="Victor Prior Muñoz" userId="80a9829b-4c38-4da5-9cb6-4e8f306c1142" providerId="ADAL" clId="{13F52B3A-9B3C-4DEF-9BDE-3CDDA479FD9C}" dt="2025-08-07T14:23:32.204" v="95"/>
          <ac:spMkLst>
            <pc:docMk/>
            <pc:sldMk cId="1681797017" sldId="2147482596"/>
            <ac:spMk id="3" creationId="{CBC3CE4B-4E8B-0E59-72B5-E4605465FB39}"/>
          </ac:spMkLst>
        </pc:spChg>
        <pc:spChg chg="add mod">
          <ac:chgData name="Victor Prior Muñoz" userId="80a9829b-4c38-4da5-9cb6-4e8f306c1142" providerId="ADAL" clId="{13F52B3A-9B3C-4DEF-9BDE-3CDDA479FD9C}" dt="2025-08-17T15:31:44.507" v="1223"/>
          <ac:spMkLst>
            <pc:docMk/>
            <pc:sldMk cId="1681797017" sldId="2147482596"/>
            <ac:spMk id="4" creationId="{47A6E0F1-9CF3-77EA-B011-9ECB3E35DDBC}"/>
          </ac:spMkLst>
        </pc:spChg>
        <pc:spChg chg="mod">
          <ac:chgData name="Victor Prior Muñoz" userId="80a9829b-4c38-4da5-9cb6-4e8f306c1142" providerId="ADAL" clId="{13F52B3A-9B3C-4DEF-9BDE-3CDDA479FD9C}" dt="2025-08-07T14:23:35.898" v="96"/>
          <ac:spMkLst>
            <pc:docMk/>
            <pc:sldMk cId="1681797017" sldId="2147482596"/>
            <ac:spMk id="8" creationId="{39FA5CB3-B9E4-5369-FA2E-55A1E394113C}"/>
          </ac:spMkLst>
        </pc:spChg>
      </pc:sldChg>
      <pc:sldChg chg="addSp delSp modSp add mod ord">
        <pc:chgData name="Victor Prior Muñoz" userId="80a9829b-4c38-4da5-9cb6-4e8f306c1142" providerId="ADAL" clId="{13F52B3A-9B3C-4DEF-9BDE-3CDDA479FD9C}" dt="2025-08-17T15:31:12.837" v="1203"/>
        <pc:sldMkLst>
          <pc:docMk/>
          <pc:sldMk cId="1367288021" sldId="2147482597"/>
        </pc:sldMkLst>
        <pc:spChg chg="mod">
          <ac:chgData name="Victor Prior Muñoz" userId="80a9829b-4c38-4da5-9cb6-4e8f306c1142" providerId="ADAL" clId="{13F52B3A-9B3C-4DEF-9BDE-3CDDA479FD9C}" dt="2025-08-07T14:39:01.626" v="101"/>
          <ac:spMkLst>
            <pc:docMk/>
            <pc:sldMk cId="1367288021" sldId="2147482597"/>
            <ac:spMk id="3" creationId="{F1967A55-9B2B-1201-261E-221202DB8413}"/>
          </ac:spMkLst>
        </pc:spChg>
        <pc:spChg chg="add mod">
          <ac:chgData name="Victor Prior Muñoz" userId="80a9829b-4c38-4da5-9cb6-4e8f306c1142" providerId="ADAL" clId="{13F52B3A-9B3C-4DEF-9BDE-3CDDA479FD9C}" dt="2025-08-17T15:31:12.837" v="1203"/>
          <ac:spMkLst>
            <pc:docMk/>
            <pc:sldMk cId="1367288021" sldId="2147482597"/>
            <ac:spMk id="4" creationId="{12B24296-654F-7B6A-53ED-579F7CCA5A80}"/>
          </ac:spMkLst>
        </pc:spChg>
        <pc:spChg chg="mod">
          <ac:chgData name="Victor Prior Muñoz" userId="80a9829b-4c38-4da5-9cb6-4e8f306c1142" providerId="ADAL" clId="{13F52B3A-9B3C-4DEF-9BDE-3CDDA479FD9C}" dt="2025-08-07T14:40:07.291" v="113" actId="12"/>
          <ac:spMkLst>
            <pc:docMk/>
            <pc:sldMk cId="1367288021" sldId="2147482597"/>
            <ac:spMk id="8" creationId="{21C35621-DABC-ADAB-4398-4EE84CE4382B}"/>
          </ac:spMkLst>
        </pc:spChg>
      </pc:sldChg>
      <pc:sldChg chg="modSp add del mod">
        <pc:chgData name="Victor Prior Muñoz" userId="80a9829b-4c38-4da5-9cb6-4e8f306c1142" providerId="ADAL" clId="{13F52B3A-9B3C-4DEF-9BDE-3CDDA479FD9C}" dt="2025-08-07T14:57:15.606" v="123" actId="47"/>
        <pc:sldMkLst>
          <pc:docMk/>
          <pc:sldMk cId="3631126379" sldId="2147482598"/>
        </pc:sldMkLst>
      </pc:sldChg>
      <pc:sldChg chg="addSp delSp modSp add mod">
        <pc:chgData name="Victor Prior Muñoz" userId="80a9829b-4c38-4da5-9cb6-4e8f306c1142" providerId="ADAL" clId="{13F52B3A-9B3C-4DEF-9BDE-3CDDA479FD9C}" dt="2025-08-17T15:31:27.272" v="1213"/>
        <pc:sldMkLst>
          <pc:docMk/>
          <pc:sldMk cId="3974899632" sldId="2147482598"/>
        </pc:sldMkLst>
        <pc:spChg chg="mod">
          <ac:chgData name="Victor Prior Muñoz" userId="80a9829b-4c38-4da5-9cb6-4e8f306c1142" providerId="ADAL" clId="{13F52B3A-9B3C-4DEF-9BDE-3CDDA479FD9C}" dt="2025-08-07T14:59:42.225" v="177" actId="20577"/>
          <ac:spMkLst>
            <pc:docMk/>
            <pc:sldMk cId="3974899632" sldId="2147482598"/>
            <ac:spMk id="3" creationId="{827DED1B-053A-718D-B4AB-615E2A8BB811}"/>
          </ac:spMkLst>
        </pc:spChg>
        <pc:spChg chg="add mod">
          <ac:chgData name="Victor Prior Muñoz" userId="80a9829b-4c38-4da5-9cb6-4e8f306c1142" providerId="ADAL" clId="{13F52B3A-9B3C-4DEF-9BDE-3CDDA479FD9C}" dt="2025-08-17T15:31:27.272" v="1213"/>
          <ac:spMkLst>
            <pc:docMk/>
            <pc:sldMk cId="3974899632" sldId="2147482598"/>
            <ac:spMk id="6" creationId="{E44DA5E0-E84A-3B42-44F4-7BF38CDA8E87}"/>
          </ac:spMkLst>
        </pc:spChg>
        <pc:spChg chg="mod">
          <ac:chgData name="Victor Prior Muñoz" userId="80a9829b-4c38-4da5-9cb6-4e8f306c1142" providerId="ADAL" clId="{13F52B3A-9B3C-4DEF-9BDE-3CDDA479FD9C}" dt="2025-08-07T15:07:16.746" v="573"/>
          <ac:spMkLst>
            <pc:docMk/>
            <pc:sldMk cId="3974899632" sldId="2147482598"/>
            <ac:spMk id="8" creationId="{9E910872-E260-338F-2FB5-935EAE9FFB41}"/>
          </ac:spMkLst>
        </pc:spChg>
      </pc:sldChg>
      <pc:sldChg chg="addSp delSp modSp add del mod">
        <pc:chgData name="Victor Prior Muñoz" userId="80a9829b-4c38-4da5-9cb6-4e8f306c1142" providerId="ADAL" clId="{13F52B3A-9B3C-4DEF-9BDE-3CDDA479FD9C}" dt="2025-08-21T14:43:34.019" v="1258" actId="47"/>
        <pc:sldMkLst>
          <pc:docMk/>
          <pc:sldMk cId="2050489423" sldId="2147482599"/>
        </pc:sldMkLst>
      </pc:sldChg>
      <pc:sldChg chg="modSp add del mod">
        <pc:chgData name="Victor Prior Muñoz" userId="80a9829b-4c38-4da5-9cb6-4e8f306c1142" providerId="ADAL" clId="{13F52B3A-9B3C-4DEF-9BDE-3CDDA479FD9C}" dt="2025-08-17T15:20:35.823" v="1183" actId="47"/>
        <pc:sldMkLst>
          <pc:docMk/>
          <pc:sldMk cId="0" sldId="2147482600"/>
        </pc:sldMkLst>
      </pc:sldChg>
      <pc:sldChg chg="addSp delSp modSp add mod">
        <pc:chgData name="Victor Prior Muñoz" userId="80a9829b-4c38-4da5-9cb6-4e8f306c1142" providerId="ADAL" clId="{13F52B3A-9B3C-4DEF-9BDE-3CDDA479FD9C}" dt="2025-08-17T15:30:55.465" v="1191"/>
        <pc:sldMkLst>
          <pc:docMk/>
          <pc:sldMk cId="3644418198" sldId="2147482601"/>
        </pc:sldMkLst>
        <pc:spChg chg="mod">
          <ac:chgData name="Victor Prior Muñoz" userId="80a9829b-4c38-4da5-9cb6-4e8f306c1142" providerId="ADAL" clId="{13F52B3A-9B3C-4DEF-9BDE-3CDDA479FD9C}" dt="2025-08-10T15:09:18.272" v="891"/>
          <ac:spMkLst>
            <pc:docMk/>
            <pc:sldMk cId="3644418198" sldId="2147482601"/>
            <ac:spMk id="3" creationId="{95A4B775-8601-74E0-438C-E0C4E4887E7B}"/>
          </ac:spMkLst>
        </pc:spChg>
        <pc:spChg chg="add mod">
          <ac:chgData name="Victor Prior Muñoz" userId="80a9829b-4c38-4da5-9cb6-4e8f306c1142" providerId="ADAL" clId="{13F52B3A-9B3C-4DEF-9BDE-3CDDA479FD9C}" dt="2025-08-10T15:11:59.593" v="930"/>
          <ac:spMkLst>
            <pc:docMk/>
            <pc:sldMk cId="3644418198" sldId="2147482601"/>
            <ac:spMk id="5" creationId="{C51DDF84-3DE8-6978-E0B9-9792C9E250A3}"/>
          </ac:spMkLst>
        </pc:spChg>
        <pc:spChg chg="add mod">
          <ac:chgData name="Victor Prior Muñoz" userId="80a9829b-4c38-4da5-9cb6-4e8f306c1142" providerId="ADAL" clId="{13F52B3A-9B3C-4DEF-9BDE-3CDDA479FD9C}" dt="2025-08-17T15:30:55.465" v="1191"/>
          <ac:spMkLst>
            <pc:docMk/>
            <pc:sldMk cId="3644418198" sldId="2147482601"/>
            <ac:spMk id="8" creationId="{A306FC22-4580-B8CB-1F17-5F6F5E370119}"/>
          </ac:spMkLst>
        </pc:spChg>
        <pc:spChg chg="add mod">
          <ac:chgData name="Victor Prior Muñoz" userId="80a9829b-4c38-4da5-9cb6-4e8f306c1142" providerId="ADAL" clId="{13F52B3A-9B3C-4DEF-9BDE-3CDDA479FD9C}" dt="2025-08-10T15:11:20.589" v="911" actId="20577"/>
          <ac:spMkLst>
            <pc:docMk/>
            <pc:sldMk cId="3644418198" sldId="2147482601"/>
            <ac:spMk id="11" creationId="{21476906-66FD-AA6D-48BB-6513C6BE9ABE}"/>
          </ac:spMkLst>
        </pc:spChg>
        <pc:picChg chg="add mod">
          <ac:chgData name="Victor Prior Muñoz" userId="80a9829b-4c38-4da5-9cb6-4e8f306c1142" providerId="ADAL" clId="{13F52B3A-9B3C-4DEF-9BDE-3CDDA479FD9C}" dt="2025-08-10T15:09:23.740" v="893"/>
          <ac:picMkLst>
            <pc:docMk/>
            <pc:sldMk cId="3644418198" sldId="2147482601"/>
            <ac:picMk id="6" creationId="{04535473-8690-878A-8C97-69C603F06976}"/>
          </ac:picMkLst>
        </pc:picChg>
        <pc:picChg chg="add mod">
          <ac:chgData name="Victor Prior Muñoz" userId="80a9829b-4c38-4da5-9cb6-4e8f306c1142" providerId="ADAL" clId="{13F52B3A-9B3C-4DEF-9BDE-3CDDA479FD9C}" dt="2025-08-10T15:11:48.345" v="928" actId="1036"/>
          <ac:picMkLst>
            <pc:docMk/>
            <pc:sldMk cId="3644418198" sldId="2147482601"/>
            <ac:picMk id="7" creationId="{A7E46C9F-9BAD-E4FF-9FD5-B859DC99D8BB}"/>
          </ac:picMkLst>
        </pc:picChg>
        <pc:picChg chg="add mod">
          <ac:chgData name="Victor Prior Muñoz" userId="80a9829b-4c38-4da5-9cb6-4e8f306c1142" providerId="ADAL" clId="{13F52B3A-9B3C-4DEF-9BDE-3CDDA479FD9C}" dt="2025-08-10T15:09:23.740" v="893"/>
          <ac:picMkLst>
            <pc:docMk/>
            <pc:sldMk cId="3644418198" sldId="2147482601"/>
            <ac:picMk id="9" creationId="{16D2AD75-C4FF-0CDA-1E64-3A7D57B443C6}"/>
          </ac:picMkLst>
        </pc:picChg>
        <pc:picChg chg="add mod">
          <ac:chgData name="Victor Prior Muñoz" userId="80a9829b-4c38-4da5-9cb6-4e8f306c1142" providerId="ADAL" clId="{13F52B3A-9B3C-4DEF-9BDE-3CDDA479FD9C}" dt="2025-08-10T15:09:23.740" v="893"/>
          <ac:picMkLst>
            <pc:docMk/>
            <pc:sldMk cId="3644418198" sldId="2147482601"/>
            <ac:picMk id="10" creationId="{CB0282E2-586B-84FD-D3E9-9A4BA4019114}"/>
          </ac:picMkLst>
        </pc:picChg>
      </pc:sldChg>
      <pc:sldChg chg="addSp modSp add mod">
        <pc:chgData name="Victor Prior Muñoz" userId="80a9829b-4c38-4da5-9cb6-4e8f306c1142" providerId="ADAL" clId="{13F52B3A-9B3C-4DEF-9BDE-3CDDA479FD9C}" dt="2025-08-10T15:13:39.585" v="937"/>
        <pc:sldMkLst>
          <pc:docMk/>
          <pc:sldMk cId="2339226411" sldId="2147482602"/>
        </pc:sldMkLst>
        <pc:spChg chg="mod">
          <ac:chgData name="Victor Prior Muñoz" userId="80a9829b-4c38-4da5-9cb6-4e8f306c1142" providerId="ADAL" clId="{13F52B3A-9B3C-4DEF-9BDE-3CDDA479FD9C}" dt="2025-08-10T15:12:43.948" v="935" actId="108"/>
          <ac:spMkLst>
            <pc:docMk/>
            <pc:sldMk cId="2339226411" sldId="2147482602"/>
            <ac:spMk id="3" creationId="{B6BDAA42-BD8C-4419-7046-1C665B1F7CD6}"/>
          </ac:spMkLst>
        </pc:spChg>
        <pc:spChg chg="mod">
          <ac:chgData name="Victor Prior Muñoz" userId="80a9829b-4c38-4da5-9cb6-4e8f306c1142" providerId="ADAL" clId="{13F52B3A-9B3C-4DEF-9BDE-3CDDA479FD9C}" dt="2025-08-10T15:13:01.340" v="936"/>
          <ac:spMkLst>
            <pc:docMk/>
            <pc:sldMk cId="2339226411" sldId="2147482602"/>
            <ac:spMk id="8" creationId="{039FFEE0-D509-4082-4535-2FD55B4CE35F}"/>
          </ac:spMkLst>
        </pc:spChg>
        <pc:graphicFrameChg chg="add mod">
          <ac:chgData name="Victor Prior Muñoz" userId="80a9829b-4c38-4da5-9cb6-4e8f306c1142" providerId="ADAL" clId="{13F52B3A-9B3C-4DEF-9BDE-3CDDA479FD9C}" dt="2025-08-10T15:13:39.585" v="937"/>
          <ac:graphicFrameMkLst>
            <pc:docMk/>
            <pc:sldMk cId="2339226411" sldId="2147482602"/>
            <ac:graphicFrameMk id="5" creationId="{43436388-0BD2-6DC0-BA67-6D61334D4DD4}"/>
          </ac:graphicFrameMkLst>
        </pc:graphicFrameChg>
      </pc:sldChg>
      <pc:sldChg chg="addSp delSp modSp add mod">
        <pc:chgData name="Victor Prior Muñoz" userId="80a9829b-4c38-4da5-9cb6-4e8f306c1142" providerId="ADAL" clId="{13F52B3A-9B3C-4DEF-9BDE-3CDDA479FD9C}" dt="2025-08-10T15:14:35.495" v="943" actId="207"/>
        <pc:sldMkLst>
          <pc:docMk/>
          <pc:sldMk cId="3008507981" sldId="2147482603"/>
        </pc:sldMkLst>
        <pc:spChg chg="add mod">
          <ac:chgData name="Victor Prior Muñoz" userId="80a9829b-4c38-4da5-9cb6-4e8f306c1142" providerId="ADAL" clId="{13F52B3A-9B3C-4DEF-9BDE-3CDDA479FD9C}" dt="2025-08-10T15:14:35.495" v="943" actId="207"/>
          <ac:spMkLst>
            <pc:docMk/>
            <pc:sldMk cId="3008507981" sldId="2147482603"/>
            <ac:spMk id="6" creationId="{5DCD97BB-B8F8-BA31-63EC-DDFA9A92B121}"/>
          </ac:spMkLst>
        </pc:spChg>
        <pc:spChg chg="add mod">
          <ac:chgData name="Victor Prior Muñoz" userId="80a9829b-4c38-4da5-9cb6-4e8f306c1142" providerId="ADAL" clId="{13F52B3A-9B3C-4DEF-9BDE-3CDDA479FD9C}" dt="2025-08-10T15:14:35.495" v="943" actId="207"/>
          <ac:spMkLst>
            <pc:docMk/>
            <pc:sldMk cId="3008507981" sldId="2147482603"/>
            <ac:spMk id="7" creationId="{5E3822EC-12A6-89D1-62B3-FB5674AC2954}"/>
          </ac:spMkLst>
        </pc:spChg>
        <pc:spChg chg="mod">
          <ac:chgData name="Victor Prior Muñoz" userId="80a9829b-4c38-4da5-9cb6-4e8f306c1142" providerId="ADAL" clId="{13F52B3A-9B3C-4DEF-9BDE-3CDDA479FD9C}" dt="2025-08-10T15:14:11.558" v="939"/>
          <ac:spMkLst>
            <pc:docMk/>
            <pc:sldMk cId="3008507981" sldId="2147482603"/>
            <ac:spMk id="8" creationId="{C5510B1C-DA6A-2910-ABA9-984DB51B73A4}"/>
          </ac:spMkLst>
        </pc:spChg>
        <pc:spChg chg="add mod">
          <ac:chgData name="Victor Prior Muñoz" userId="80a9829b-4c38-4da5-9cb6-4e8f306c1142" providerId="ADAL" clId="{13F52B3A-9B3C-4DEF-9BDE-3CDDA479FD9C}" dt="2025-08-10T15:14:35.495" v="943" actId="207"/>
          <ac:spMkLst>
            <pc:docMk/>
            <pc:sldMk cId="3008507981" sldId="2147482603"/>
            <ac:spMk id="9" creationId="{8BEFC52D-0659-830D-95C3-73AFD9E3EA8D}"/>
          </ac:spMkLst>
        </pc:spChg>
        <pc:spChg chg="add mod">
          <ac:chgData name="Victor Prior Muñoz" userId="80a9829b-4c38-4da5-9cb6-4e8f306c1142" providerId="ADAL" clId="{13F52B3A-9B3C-4DEF-9BDE-3CDDA479FD9C}" dt="2025-08-10T15:14:35.495" v="943" actId="207"/>
          <ac:spMkLst>
            <pc:docMk/>
            <pc:sldMk cId="3008507981" sldId="2147482603"/>
            <ac:spMk id="10" creationId="{B2361FB5-0D0A-D1D8-38F4-C24F2AA85FAA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7T15:31:15.677" v="1205"/>
        <pc:sldMkLst>
          <pc:docMk/>
          <pc:sldMk cId="3146969121" sldId="2147482604"/>
        </pc:sldMkLst>
        <pc:spChg chg="add mod">
          <ac:chgData name="Victor Prior Muñoz" userId="80a9829b-4c38-4da5-9cb6-4e8f306c1142" providerId="ADAL" clId="{13F52B3A-9B3C-4DEF-9BDE-3CDDA479FD9C}" dt="2025-08-17T15:31:15.677" v="1205"/>
          <ac:spMkLst>
            <pc:docMk/>
            <pc:sldMk cId="3146969121" sldId="2147482604"/>
            <ac:spMk id="5" creationId="{7A9BD570-3BB8-BFAA-8511-583F25D79F77}"/>
          </ac:spMkLst>
        </pc:spChg>
      </pc:sldChg>
      <pc:sldChg chg="addSp delSp modSp add mod">
        <pc:chgData name="Victor Prior Muñoz" userId="80a9829b-4c38-4da5-9cb6-4e8f306c1142" providerId="ADAL" clId="{13F52B3A-9B3C-4DEF-9BDE-3CDDA479FD9C}" dt="2025-08-18T14:30:54.201" v="1255" actId="20577"/>
        <pc:sldMkLst>
          <pc:docMk/>
          <pc:sldMk cId="3467279112" sldId="2147482605"/>
        </pc:sldMkLst>
        <pc:spChg chg="add mod">
          <ac:chgData name="Victor Prior Muñoz" userId="80a9829b-4c38-4da5-9cb6-4e8f306c1142" providerId="ADAL" clId="{13F52B3A-9B3C-4DEF-9BDE-3CDDA479FD9C}" dt="2025-08-18T14:30:54.201" v="1255" actId="20577"/>
          <ac:spMkLst>
            <pc:docMk/>
            <pc:sldMk cId="3467279112" sldId="2147482605"/>
            <ac:spMk id="3" creationId="{081BBC36-2776-09DC-9C28-A18902FBA24E}"/>
          </ac:spMkLst>
        </pc:spChg>
      </pc:sldChg>
      <pc:sldChg chg="add">
        <pc:chgData name="Victor Prior Muñoz" userId="80a9829b-4c38-4da5-9cb6-4e8f306c1142" providerId="ADAL" clId="{13F52B3A-9B3C-4DEF-9BDE-3CDDA479FD9C}" dt="2025-08-17T15:20:34.645" v="1182"/>
        <pc:sldMkLst>
          <pc:docMk/>
          <pc:sldMk cId="0" sldId="2147482606"/>
        </pc:sldMkLst>
      </pc:sldChg>
      <pc:sldChg chg="modSp add del mod">
        <pc:chgData name="Victor Prior Muñoz" userId="80a9829b-4c38-4da5-9cb6-4e8f306c1142" providerId="ADAL" clId="{13F52B3A-9B3C-4DEF-9BDE-3CDDA479FD9C}" dt="2025-08-17T14:54:40.806" v="1066" actId="47"/>
        <pc:sldMkLst>
          <pc:docMk/>
          <pc:sldMk cId="3722026397" sldId="2147482606"/>
        </pc:sldMkLst>
      </pc:sldChg>
      <pc:sldMasterChg chg="delSldLayout">
        <pc:chgData name="Victor Prior Muñoz" userId="80a9829b-4c38-4da5-9cb6-4e8f306c1142" providerId="ADAL" clId="{13F52B3A-9B3C-4DEF-9BDE-3CDDA479FD9C}" dt="2025-08-07T14:22:26.139" v="82" actId="47"/>
        <pc:sldMasterMkLst>
          <pc:docMk/>
          <pc:sldMasterMk cId="2989405606" sldId="2147483748"/>
        </pc:sldMasterMkLst>
        <pc:sldLayoutChg chg="del">
          <pc:chgData name="Victor Prior Muñoz" userId="80a9829b-4c38-4da5-9cb6-4e8f306c1142" providerId="ADAL" clId="{13F52B3A-9B3C-4DEF-9BDE-3CDDA479FD9C}" dt="2025-08-07T14:22:26.139" v="82" actId="47"/>
          <pc:sldLayoutMkLst>
            <pc:docMk/>
            <pc:sldMasterMk cId="2989405606" sldId="2147483748"/>
            <pc:sldLayoutMk cId="3872281123" sldId="2147483760"/>
          </pc:sldLayoutMkLst>
        </pc:sldLayoutChg>
      </pc:sldMasterChg>
    </pc:docChg>
  </pc:docChgLst>
  <pc:docChgLst>
    <pc:chgData name="Victor Prior Muñoz" userId="80a9829b-4c38-4da5-9cb6-4e8f306c1142" providerId="ADAL" clId="{CDEDA527-6305-473E-B40F-96DBDC88E7AA}"/>
    <pc:docChg chg="undo redo custSel addSld delSld modSld sldOrd delMainMaster modMainMaster">
      <pc:chgData name="Victor Prior Muñoz" userId="80a9829b-4c38-4da5-9cb6-4e8f306c1142" providerId="ADAL" clId="{CDEDA527-6305-473E-B40F-96DBDC88E7AA}" dt="2025-08-06T14:44:17.777" v="1877" actId="47"/>
      <pc:docMkLst>
        <pc:docMk/>
      </pc:docMkLst>
      <pc:sldChg chg="delSp modSp add mod ord modNotes">
        <pc:chgData name="Victor Prior Muñoz" userId="80a9829b-4c38-4da5-9cb6-4e8f306c1142" providerId="ADAL" clId="{CDEDA527-6305-473E-B40F-96DBDC88E7AA}" dt="2025-08-03T15:05:34.916" v="613" actId="20577"/>
        <pc:sldMkLst>
          <pc:docMk/>
          <pc:sldMk cId="0" sldId="256"/>
        </pc:sldMkLst>
        <pc:spChg chg="mod">
          <ac:chgData name="Victor Prior Muñoz" userId="80a9829b-4c38-4da5-9cb6-4e8f306c1142" providerId="ADAL" clId="{CDEDA527-6305-473E-B40F-96DBDC88E7AA}" dt="2025-08-03T15:05:34.916" v="613" actId="20577"/>
          <ac:spMkLst>
            <pc:docMk/>
            <pc:sldMk cId="0" sldId="256"/>
            <ac:spMk id="271" creationId="{00000000-0000-0000-0000-000000000000}"/>
          </ac:spMkLst>
        </pc:spChg>
      </pc:sldChg>
      <pc:sldChg chg="addSp delSp modSp new del mod">
        <pc:chgData name="Victor Prior Muñoz" userId="80a9829b-4c38-4da5-9cb6-4e8f306c1142" providerId="ADAL" clId="{CDEDA527-6305-473E-B40F-96DBDC88E7AA}" dt="2025-08-03T14:43:07.363" v="174" actId="47"/>
        <pc:sldMkLst>
          <pc:docMk/>
          <pc:sldMk cId="3881699350" sldId="256"/>
        </pc:sldMkLst>
      </pc:sldChg>
      <pc:sldChg chg="add del setBg modNotes">
        <pc:chgData name="Victor Prior Muñoz" userId="80a9829b-4c38-4da5-9cb6-4e8f306c1142" providerId="ADAL" clId="{CDEDA527-6305-473E-B40F-96DBDC88E7AA}" dt="2025-08-03T14:54:04.628" v="438" actId="47"/>
        <pc:sldMkLst>
          <pc:docMk/>
          <pc:sldMk cId="0" sldId="257"/>
        </pc:sldMkLst>
      </pc:sldChg>
      <pc:sldChg chg="addSp delSp add del mod">
        <pc:chgData name="Victor Prior Muñoz" userId="80a9829b-4c38-4da5-9cb6-4e8f306c1142" providerId="ADAL" clId="{CDEDA527-6305-473E-B40F-96DBDC88E7AA}" dt="2025-08-03T14:43:07.363" v="174" actId="47"/>
        <pc:sldMkLst>
          <pc:docMk/>
          <pc:sldMk cId="3226414125" sldId="257"/>
        </pc:sldMkLst>
      </pc:sldChg>
      <pc:sldChg chg="addSp delSp modSp add del mod setBg modNotes">
        <pc:chgData name="Victor Prior Muñoz" userId="80a9829b-4c38-4da5-9cb6-4e8f306c1142" providerId="ADAL" clId="{CDEDA527-6305-473E-B40F-96DBDC88E7AA}" dt="2025-08-03T15:00:06.960" v="533" actId="207"/>
        <pc:sldMkLst>
          <pc:docMk/>
          <pc:sldMk cId="0" sldId="258"/>
        </pc:sldMkLst>
      </pc:sldChg>
      <pc:sldChg chg="add del">
        <pc:chgData name="Victor Prior Muñoz" userId="80a9829b-4c38-4da5-9cb6-4e8f306c1142" providerId="ADAL" clId="{CDEDA527-6305-473E-B40F-96DBDC88E7AA}" dt="2025-08-03T14:43:07.363" v="174" actId="47"/>
        <pc:sldMkLst>
          <pc:docMk/>
          <pc:sldMk cId="2578091871" sldId="258"/>
        </pc:sldMkLst>
      </pc:sldChg>
      <pc:sldChg chg="delSp modSp add mod ord">
        <pc:chgData name="Victor Prior Muñoz" userId="80a9829b-4c38-4da5-9cb6-4e8f306c1142" providerId="ADAL" clId="{CDEDA527-6305-473E-B40F-96DBDC88E7AA}" dt="2025-08-03T15:07:08.251" v="622"/>
        <pc:sldMkLst>
          <pc:docMk/>
          <pc:sldMk cId="0" sldId="259"/>
        </pc:sldMkLst>
        <pc:spChg chg="mod">
          <ac:chgData name="Victor Prior Muñoz" userId="80a9829b-4c38-4da5-9cb6-4e8f306c1142" providerId="ADAL" clId="{CDEDA527-6305-473E-B40F-96DBDC88E7AA}" dt="2025-08-03T15:06:43.278" v="619" actId="2711"/>
          <ac:spMkLst>
            <pc:docMk/>
            <pc:sldMk cId="0" sldId="259"/>
            <ac:spMk id="323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5:07:01.884" v="620"/>
          <ac:spMkLst>
            <pc:docMk/>
            <pc:sldMk cId="0" sldId="259"/>
            <ac:spMk id="324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5:06:43.278" v="619" actId="2711"/>
          <ac:spMkLst>
            <pc:docMk/>
            <pc:sldMk cId="0" sldId="259"/>
            <ac:spMk id="327" creationId="{00000000-0000-0000-0000-000000000000}"/>
          </ac:spMkLst>
        </pc:spChg>
      </pc:sldChg>
      <pc:sldChg chg="add del setBg modNotes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0" sldId="273"/>
        </pc:sldMkLst>
      </pc:sldChg>
      <pc:sldChg chg="add del setBg modNotes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0" sldId="274"/>
        </pc:sldMkLst>
      </pc:sldChg>
      <pc:sldChg chg="add del setBg modNotes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0" sldId="275"/>
        </pc:sldMkLst>
      </pc:sldChg>
      <pc:sldChg chg="add del setBg modNotes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0" sldId="276"/>
        </pc:sldMkLst>
      </pc:sldChg>
      <pc:sldChg chg="add del setBg modNotes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0" sldId="277"/>
        </pc:sldMkLst>
      </pc:sldChg>
      <pc:sldChg chg="add del setBg modNotes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0" sldId="278"/>
        </pc:sldMkLst>
      </pc:sldChg>
      <pc:sldChg chg="delSp modSp add del mod ord">
        <pc:chgData name="Victor Prior Muñoz" userId="80a9829b-4c38-4da5-9cb6-4e8f306c1142" providerId="ADAL" clId="{CDEDA527-6305-473E-B40F-96DBDC88E7AA}" dt="2025-08-03T14:47:33.799" v="254" actId="47"/>
        <pc:sldMkLst>
          <pc:docMk/>
          <pc:sldMk cId="3011489663" sldId="2147482529"/>
        </pc:sldMkLst>
      </pc:sldChg>
      <pc:sldChg chg="addSp modSp add del mod">
        <pc:chgData name="Victor Prior Muñoz" userId="80a9829b-4c38-4da5-9cb6-4e8f306c1142" providerId="ADAL" clId="{CDEDA527-6305-473E-B40F-96DBDC88E7AA}" dt="2025-08-03T14:47:34.364" v="255" actId="47"/>
        <pc:sldMkLst>
          <pc:docMk/>
          <pc:sldMk cId="2755990534" sldId="2147482530"/>
        </pc:sldMkLst>
      </pc:sldChg>
      <pc:sldChg chg="addSp delSp modSp add del mod ord">
        <pc:chgData name="Victor Prior Muñoz" userId="80a9829b-4c38-4da5-9cb6-4e8f306c1142" providerId="ADAL" clId="{CDEDA527-6305-473E-B40F-96DBDC88E7AA}" dt="2025-08-03T15:02:38.406" v="572" actId="47"/>
        <pc:sldMkLst>
          <pc:docMk/>
          <pc:sldMk cId="253375897" sldId="2147482531"/>
        </pc:sldMkLst>
      </pc:sldChg>
      <pc:sldChg chg="addSp delSp modSp add del mod ord">
        <pc:chgData name="Victor Prior Muñoz" userId="80a9829b-4c38-4da5-9cb6-4e8f306c1142" providerId="ADAL" clId="{CDEDA527-6305-473E-B40F-96DBDC88E7AA}" dt="2025-08-03T14:58:39.416" v="512" actId="47"/>
        <pc:sldMkLst>
          <pc:docMk/>
          <pc:sldMk cId="4036425013" sldId="2147482532"/>
        </pc:sldMkLst>
      </pc:sldChg>
      <pc:sldChg chg="addSp delSp modSp add mod">
        <pc:chgData name="Victor Prior Muñoz" userId="80a9829b-4c38-4da5-9cb6-4e8f306c1142" providerId="ADAL" clId="{CDEDA527-6305-473E-B40F-96DBDC88E7AA}" dt="2025-08-03T15:02:17.781" v="566"/>
        <pc:sldMkLst>
          <pc:docMk/>
          <pc:sldMk cId="0" sldId="2147482533"/>
        </pc:sldMkLst>
        <pc:spChg chg="mod">
          <ac:chgData name="Victor Prior Muñoz" userId="80a9829b-4c38-4da5-9cb6-4e8f306c1142" providerId="ADAL" clId="{CDEDA527-6305-473E-B40F-96DBDC88E7AA}" dt="2025-08-03T14:54:57.577" v="446" actId="14100"/>
          <ac:spMkLst>
            <pc:docMk/>
            <pc:sldMk cId="0" sldId="2147482533"/>
            <ac:spMk id="279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0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1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2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3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5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6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7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4:54:56.089" v="445" actId="2711"/>
          <ac:spMkLst>
            <pc:docMk/>
            <pc:sldMk cId="0" sldId="2147482533"/>
            <ac:spMk id="288" creationId="{00000000-0000-0000-0000-000000000000}"/>
          </ac:spMkLst>
        </pc:spChg>
        <pc:spChg chg="mod">
          <ac:chgData name="Victor Prior Muñoz" userId="80a9829b-4c38-4da5-9cb6-4e8f306c1142" providerId="ADAL" clId="{CDEDA527-6305-473E-B40F-96DBDC88E7AA}" dt="2025-08-03T15:02:17.781" v="566"/>
          <ac:spMkLst>
            <pc:docMk/>
            <pc:sldMk cId="0" sldId="2147482533"/>
            <ac:spMk id="289" creationId="{00000000-0000-0000-0000-000000000000}"/>
          </ac:spMkLst>
        </pc:spChg>
      </pc:sldChg>
      <pc:sldChg chg="modSp add del mod">
        <pc:chgData name="Victor Prior Muñoz" userId="80a9829b-4c38-4da5-9cb6-4e8f306c1142" providerId="ADAL" clId="{CDEDA527-6305-473E-B40F-96DBDC88E7AA}" dt="2025-08-03T15:02:17.351" v="564"/>
        <pc:sldMkLst>
          <pc:docMk/>
          <pc:sldMk cId="27522024" sldId="2147482534"/>
        </pc:sldMkLst>
      </pc:sldChg>
      <pc:sldChg chg="addSp modSp add ord">
        <pc:chgData name="Victor Prior Muñoz" userId="80a9829b-4c38-4da5-9cb6-4e8f306c1142" providerId="ADAL" clId="{CDEDA527-6305-473E-B40F-96DBDC88E7AA}" dt="2025-08-03T15:14:57.831" v="733"/>
        <pc:sldMkLst>
          <pc:docMk/>
          <pc:sldMk cId="3482582759" sldId="2147482534"/>
        </pc:sldMkLst>
        <pc:spChg chg="add mod">
          <ac:chgData name="Victor Prior Muñoz" userId="80a9829b-4c38-4da5-9cb6-4e8f306c1142" providerId="ADAL" clId="{CDEDA527-6305-473E-B40F-96DBDC88E7AA}" dt="2025-08-03T15:02:36.144" v="571"/>
          <ac:spMkLst>
            <pc:docMk/>
            <pc:sldMk cId="3482582759" sldId="2147482534"/>
            <ac:spMk id="2" creationId="{04BBADAB-F636-0C9C-712D-469C0F7A7E67}"/>
          </ac:spMkLst>
        </pc:spChg>
        <pc:spChg chg="add mod">
          <ac:chgData name="Victor Prior Muñoz" userId="80a9829b-4c38-4da5-9cb6-4e8f306c1142" providerId="ADAL" clId="{CDEDA527-6305-473E-B40F-96DBDC88E7AA}" dt="2025-08-03T15:02:36.144" v="571"/>
          <ac:spMkLst>
            <pc:docMk/>
            <pc:sldMk cId="3482582759" sldId="2147482534"/>
            <ac:spMk id="3" creationId="{D669C07A-1707-AE87-1117-67DBA0B45CDD}"/>
          </ac:spMkLst>
        </pc:spChg>
        <pc:spChg chg="add mod">
          <ac:chgData name="Victor Prior Muñoz" userId="80a9829b-4c38-4da5-9cb6-4e8f306c1142" providerId="ADAL" clId="{CDEDA527-6305-473E-B40F-96DBDC88E7AA}" dt="2025-08-03T15:02:36.144" v="571"/>
          <ac:spMkLst>
            <pc:docMk/>
            <pc:sldMk cId="3482582759" sldId="2147482534"/>
            <ac:spMk id="4" creationId="{5C836DD4-FF11-2B5C-E965-7EEAEEA84BA1}"/>
          </ac:spMkLst>
        </pc:spChg>
        <pc:spChg chg="add mod">
          <ac:chgData name="Victor Prior Muñoz" userId="80a9829b-4c38-4da5-9cb6-4e8f306c1142" providerId="ADAL" clId="{CDEDA527-6305-473E-B40F-96DBDC88E7AA}" dt="2025-08-03T15:02:36.144" v="571"/>
          <ac:spMkLst>
            <pc:docMk/>
            <pc:sldMk cId="3482582759" sldId="2147482534"/>
            <ac:spMk id="5" creationId="{07C40064-AA43-7A9C-B49A-175AEFB45E81}"/>
          </ac:spMkLst>
        </pc:spChg>
      </pc:sldChg>
      <pc:sldChg chg="addSp modSp add del mod">
        <pc:chgData name="Victor Prior Muñoz" userId="80a9829b-4c38-4da5-9cb6-4e8f306c1142" providerId="ADAL" clId="{CDEDA527-6305-473E-B40F-96DBDC88E7AA}" dt="2025-08-03T15:02:17.038" v="563"/>
        <pc:sldMkLst>
          <pc:docMk/>
          <pc:sldMk cId="3482582759" sldId="2147482535"/>
        </pc:sldMkLst>
      </pc:sldChg>
      <pc:sldChg chg="addSp delSp modSp add del mod">
        <pc:chgData name="Victor Prior Muñoz" userId="80a9829b-4c38-4da5-9cb6-4e8f306c1142" providerId="ADAL" clId="{CDEDA527-6305-473E-B40F-96DBDC88E7AA}" dt="2025-08-03T15:12:45.115" v="660" actId="47"/>
        <pc:sldMkLst>
          <pc:docMk/>
          <pc:sldMk cId="3877422634" sldId="2147482535"/>
        </pc:sldMkLst>
      </pc:sldChg>
      <pc:sldChg chg="addSp delSp modSp add mod">
        <pc:chgData name="Victor Prior Muñoz" userId="80a9829b-4c38-4da5-9cb6-4e8f306c1142" providerId="ADAL" clId="{CDEDA527-6305-473E-B40F-96DBDC88E7AA}" dt="2025-08-03T15:37:55.744" v="1217" actId="14100"/>
        <pc:sldMkLst>
          <pc:docMk/>
          <pc:sldMk cId="1157171203" sldId="2147482536"/>
        </pc:sldMkLst>
        <pc:spChg chg="mod">
          <ac:chgData name="Victor Prior Muñoz" userId="80a9829b-4c38-4da5-9cb6-4e8f306c1142" providerId="ADAL" clId="{CDEDA527-6305-473E-B40F-96DBDC88E7AA}" dt="2025-08-03T15:37:55.744" v="1217" actId="14100"/>
          <ac:spMkLst>
            <pc:docMk/>
            <pc:sldMk cId="1157171203" sldId="2147482536"/>
            <ac:spMk id="4" creationId="{C215D90B-74B9-A573-1715-E6C72FDF0E54}"/>
          </ac:spMkLst>
        </pc:spChg>
        <pc:spChg chg="mod">
          <ac:chgData name="Victor Prior Muñoz" userId="80a9829b-4c38-4da5-9cb6-4e8f306c1142" providerId="ADAL" clId="{CDEDA527-6305-473E-B40F-96DBDC88E7AA}" dt="2025-08-03T15:09:14.803" v="644" actId="1036"/>
          <ac:spMkLst>
            <pc:docMk/>
            <pc:sldMk cId="1157171203" sldId="2147482536"/>
            <ac:spMk id="8" creationId="{049B82F5-32D5-EE45-1561-8D2386EFC519}"/>
          </ac:spMkLst>
        </pc:spChg>
      </pc:sldChg>
      <pc:sldChg chg="addSp delSp modSp add mod setBg">
        <pc:chgData name="Victor Prior Muñoz" userId="80a9829b-4c38-4da5-9cb6-4e8f306c1142" providerId="ADAL" clId="{CDEDA527-6305-473E-B40F-96DBDC88E7AA}" dt="2025-08-06T14:42:52.306" v="1873" actId="20577"/>
        <pc:sldMkLst>
          <pc:docMk/>
          <pc:sldMk cId="2081924908" sldId="2147482537"/>
        </pc:sldMkLst>
        <pc:spChg chg="mod">
          <ac:chgData name="Victor Prior Muñoz" userId="80a9829b-4c38-4da5-9cb6-4e8f306c1142" providerId="ADAL" clId="{CDEDA527-6305-473E-B40F-96DBDC88E7AA}" dt="2025-08-03T15:14:12.242" v="671"/>
          <ac:spMkLst>
            <pc:docMk/>
            <pc:sldMk cId="2081924908" sldId="2147482537"/>
            <ac:spMk id="3" creationId="{F7D80F37-D275-9724-6981-A463B899639A}"/>
          </ac:spMkLst>
        </pc:spChg>
        <pc:spChg chg="mod">
          <ac:chgData name="Victor Prior Muñoz" userId="80a9829b-4c38-4da5-9cb6-4e8f306c1142" providerId="ADAL" clId="{CDEDA527-6305-473E-B40F-96DBDC88E7AA}" dt="2025-08-03T15:13:28.236" v="663"/>
          <ac:spMkLst>
            <pc:docMk/>
            <pc:sldMk cId="2081924908" sldId="2147482537"/>
            <ac:spMk id="295" creationId="{4C306B96-7ED5-AD1D-E595-87AC61E38338}"/>
          </ac:spMkLst>
        </pc:spChg>
        <pc:spChg chg="mod">
          <ac:chgData name="Victor Prior Muñoz" userId="80a9829b-4c38-4da5-9cb6-4e8f306c1142" providerId="ADAL" clId="{CDEDA527-6305-473E-B40F-96DBDC88E7AA}" dt="2025-08-06T14:37:42.106" v="1656" actId="13926"/>
          <ac:spMkLst>
            <pc:docMk/>
            <pc:sldMk cId="2081924908" sldId="2147482537"/>
            <ac:spMk id="296" creationId="{8F5B7322-F69F-C2D1-491F-FC8C6E9C86AB}"/>
          </ac:spMkLst>
        </pc:spChg>
        <pc:spChg chg="mod">
          <ac:chgData name="Victor Prior Muñoz" userId="80a9829b-4c38-4da5-9cb6-4e8f306c1142" providerId="ADAL" clId="{CDEDA527-6305-473E-B40F-96DBDC88E7AA}" dt="2025-08-06T14:40:51.213" v="1746" actId="14100"/>
          <ac:spMkLst>
            <pc:docMk/>
            <pc:sldMk cId="2081924908" sldId="2147482537"/>
            <ac:spMk id="299" creationId="{6391199D-C85C-1583-2D17-60870A94EC5A}"/>
          </ac:spMkLst>
        </pc:spChg>
        <pc:spChg chg="mod">
          <ac:chgData name="Victor Prior Muñoz" userId="80a9829b-4c38-4da5-9cb6-4e8f306c1142" providerId="ADAL" clId="{CDEDA527-6305-473E-B40F-96DBDC88E7AA}" dt="2025-08-03T15:13:37.788" v="665"/>
          <ac:spMkLst>
            <pc:docMk/>
            <pc:sldMk cId="2081924908" sldId="2147482537"/>
            <ac:spMk id="300" creationId="{15195F6D-2F4F-2D6D-56F6-55E891693CD4}"/>
          </ac:spMkLst>
        </pc:spChg>
        <pc:spChg chg="mod">
          <ac:chgData name="Victor Prior Muñoz" userId="80a9829b-4c38-4da5-9cb6-4e8f306c1142" providerId="ADAL" clId="{CDEDA527-6305-473E-B40F-96DBDC88E7AA}" dt="2025-08-03T15:13:53.476" v="668"/>
          <ac:spMkLst>
            <pc:docMk/>
            <pc:sldMk cId="2081924908" sldId="2147482537"/>
            <ac:spMk id="304" creationId="{4C0A912B-0F0F-C371-775E-CDC44A365EA2}"/>
          </ac:spMkLst>
        </pc:spChg>
        <pc:spChg chg="mod">
          <ac:chgData name="Victor Prior Muñoz" userId="80a9829b-4c38-4da5-9cb6-4e8f306c1142" providerId="ADAL" clId="{CDEDA527-6305-473E-B40F-96DBDC88E7AA}" dt="2025-08-06T14:40:54.899" v="1747" actId="14100"/>
          <ac:spMkLst>
            <pc:docMk/>
            <pc:sldMk cId="2081924908" sldId="2147482537"/>
            <ac:spMk id="305" creationId="{F526FD4F-5BD5-44DA-5672-349D0D297383}"/>
          </ac:spMkLst>
        </pc:spChg>
        <pc:spChg chg="mod">
          <ac:chgData name="Victor Prior Muñoz" userId="80a9829b-4c38-4da5-9cb6-4e8f306c1142" providerId="ADAL" clId="{CDEDA527-6305-473E-B40F-96DBDC88E7AA}" dt="2025-08-03T15:13:55.468" v="669"/>
          <ac:spMkLst>
            <pc:docMk/>
            <pc:sldMk cId="2081924908" sldId="2147482537"/>
            <ac:spMk id="309" creationId="{E69833B7-65C3-856F-1A38-CECD5EA74A12}"/>
          </ac:spMkLst>
        </pc:spChg>
        <pc:spChg chg="mod">
          <ac:chgData name="Victor Prior Muñoz" userId="80a9829b-4c38-4da5-9cb6-4e8f306c1142" providerId="ADAL" clId="{CDEDA527-6305-473E-B40F-96DBDC88E7AA}" dt="2025-08-06T14:40:57.346" v="1748" actId="14100"/>
          <ac:spMkLst>
            <pc:docMk/>
            <pc:sldMk cId="2081924908" sldId="2147482537"/>
            <ac:spMk id="310" creationId="{9B40761E-F0FE-F821-1AF8-F66EEC13C485}"/>
          </ac:spMkLst>
        </pc:spChg>
        <pc:grpChg chg="mod">
          <ac:chgData name="Victor Prior Muñoz" userId="80a9829b-4c38-4da5-9cb6-4e8f306c1142" providerId="ADAL" clId="{CDEDA527-6305-473E-B40F-96DBDC88E7AA}" dt="2025-08-06T14:40:47.234" v="1745" actId="552"/>
          <ac:grpSpMkLst>
            <pc:docMk/>
            <pc:sldMk cId="2081924908" sldId="2147482537"/>
            <ac:grpSpMk id="298" creationId="{5A8816B1-84E0-97A8-AF9E-AB6B622A8FCB}"/>
          </ac:grpSpMkLst>
        </pc:grpChg>
        <pc:grpChg chg="mod">
          <ac:chgData name="Victor Prior Muñoz" userId="80a9829b-4c38-4da5-9cb6-4e8f306c1142" providerId="ADAL" clId="{CDEDA527-6305-473E-B40F-96DBDC88E7AA}" dt="2025-08-06T14:42:06.549" v="1858" actId="465"/>
          <ac:grpSpMkLst>
            <pc:docMk/>
            <pc:sldMk cId="2081924908" sldId="2147482537"/>
            <ac:grpSpMk id="303" creationId="{2954F7BF-873A-12F2-AE49-AD837104CDAA}"/>
          </ac:grpSpMkLst>
        </pc:grpChg>
        <pc:grpChg chg="mod">
          <ac:chgData name="Victor Prior Muñoz" userId="80a9829b-4c38-4da5-9cb6-4e8f306c1142" providerId="ADAL" clId="{CDEDA527-6305-473E-B40F-96DBDC88E7AA}" dt="2025-08-06T14:42:06.549" v="1858" actId="465"/>
          <ac:grpSpMkLst>
            <pc:docMk/>
            <pc:sldMk cId="2081924908" sldId="2147482537"/>
            <ac:grpSpMk id="308" creationId="{C113355B-E5A1-3A55-0FA5-C4A105FB49F0}"/>
          </ac:grpSpMkLst>
        </pc:grpChg>
      </pc:sldChg>
      <pc:sldChg chg="addSp delSp modSp add mod">
        <pc:chgData name="Victor Prior Muñoz" userId="80a9829b-4c38-4da5-9cb6-4e8f306c1142" providerId="ADAL" clId="{CDEDA527-6305-473E-B40F-96DBDC88E7AA}" dt="2025-08-03T15:38:02.170" v="1219"/>
        <pc:sldMkLst>
          <pc:docMk/>
          <pc:sldMk cId="1269293182" sldId="2147482538"/>
        </pc:sldMkLst>
        <pc:spChg chg="mod">
          <ac:chgData name="Victor Prior Muñoz" userId="80a9829b-4c38-4da5-9cb6-4e8f306c1142" providerId="ADAL" clId="{CDEDA527-6305-473E-B40F-96DBDC88E7AA}" dt="2025-08-03T15:17:06.514" v="755" actId="20577"/>
          <ac:spMkLst>
            <pc:docMk/>
            <pc:sldMk cId="1269293182" sldId="2147482538"/>
            <ac:spMk id="3" creationId="{A3712BD6-38B8-55B4-C019-06C6ED9D6E75}"/>
          </ac:spMkLst>
        </pc:spChg>
        <pc:spChg chg="mod">
          <ac:chgData name="Victor Prior Muñoz" userId="80a9829b-4c38-4da5-9cb6-4e8f306c1142" providerId="ADAL" clId="{CDEDA527-6305-473E-B40F-96DBDC88E7AA}" dt="2025-08-03T15:17:30.812" v="758"/>
          <ac:spMkLst>
            <pc:docMk/>
            <pc:sldMk cId="1269293182" sldId="2147482538"/>
            <ac:spMk id="8" creationId="{E63C2AC8-DE49-1537-7A79-59966A8B0260}"/>
          </ac:spMkLst>
        </pc:spChg>
      </pc:sldChg>
      <pc:sldChg chg="addSp delSp modSp add mod">
        <pc:chgData name="Victor Prior Muñoz" userId="80a9829b-4c38-4da5-9cb6-4e8f306c1142" providerId="ADAL" clId="{CDEDA527-6305-473E-B40F-96DBDC88E7AA}" dt="2025-08-03T15:38:07.983" v="1221"/>
        <pc:sldMkLst>
          <pc:docMk/>
          <pc:sldMk cId="1867740162" sldId="2147482539"/>
        </pc:sldMkLst>
      </pc:sldChg>
      <pc:sldChg chg="addSp delSp modSp add mod">
        <pc:chgData name="Victor Prior Muñoz" userId="80a9829b-4c38-4da5-9cb6-4e8f306c1142" providerId="ADAL" clId="{CDEDA527-6305-473E-B40F-96DBDC88E7AA}" dt="2025-08-03T15:38:10.404" v="1223"/>
        <pc:sldMkLst>
          <pc:docMk/>
          <pc:sldMk cId="605559724" sldId="2147482540"/>
        </pc:sldMkLst>
      </pc:sldChg>
      <pc:sldChg chg="addSp delSp modSp add mod">
        <pc:chgData name="Victor Prior Muñoz" userId="80a9829b-4c38-4da5-9cb6-4e8f306c1142" providerId="ADAL" clId="{CDEDA527-6305-473E-B40F-96DBDC88E7AA}" dt="2025-08-03T15:38:14.808" v="1225"/>
        <pc:sldMkLst>
          <pc:docMk/>
          <pc:sldMk cId="971405224" sldId="2147482541"/>
        </pc:sldMkLst>
      </pc:sldChg>
      <pc:sldChg chg="addSp delSp modSp add mod">
        <pc:chgData name="Victor Prior Muñoz" userId="80a9829b-4c38-4da5-9cb6-4e8f306c1142" providerId="ADAL" clId="{CDEDA527-6305-473E-B40F-96DBDC88E7AA}" dt="2025-08-03T15:38:17.887" v="1227"/>
        <pc:sldMkLst>
          <pc:docMk/>
          <pc:sldMk cId="993379227" sldId="2147482542"/>
        </pc:sldMkLst>
      </pc:sldChg>
      <pc:sldChg chg="addSp delSp modSp add mod ord">
        <pc:chgData name="Victor Prior Muñoz" userId="80a9829b-4c38-4da5-9cb6-4e8f306c1142" providerId="ADAL" clId="{CDEDA527-6305-473E-B40F-96DBDC88E7AA}" dt="2025-08-03T15:38:24.131" v="1231"/>
        <pc:sldMkLst>
          <pc:docMk/>
          <pc:sldMk cId="2550369220" sldId="2147482543"/>
        </pc:sldMkLst>
      </pc:sldChg>
      <pc:sldChg chg="addSp delSp modSp add mod">
        <pc:chgData name="Victor Prior Muñoz" userId="80a9829b-4c38-4da5-9cb6-4e8f306c1142" providerId="ADAL" clId="{CDEDA527-6305-473E-B40F-96DBDC88E7AA}" dt="2025-08-03T15:38:26.904" v="1233"/>
        <pc:sldMkLst>
          <pc:docMk/>
          <pc:sldMk cId="3915478989" sldId="2147482544"/>
        </pc:sldMkLst>
      </pc:sldChg>
      <pc:sldChg chg="addSp delSp modSp add mod ord">
        <pc:chgData name="Victor Prior Muñoz" userId="80a9829b-4c38-4da5-9cb6-4e8f306c1142" providerId="ADAL" clId="{CDEDA527-6305-473E-B40F-96DBDC88E7AA}" dt="2025-08-03T15:41:48.437" v="1271" actId="20577"/>
        <pc:sldMkLst>
          <pc:docMk/>
          <pc:sldMk cId="3713566693" sldId="2147482545"/>
        </pc:sldMkLst>
      </pc:sldChg>
      <pc:sldChg chg="addSp modSp add mod">
        <pc:chgData name="Victor Prior Muñoz" userId="80a9829b-4c38-4da5-9cb6-4e8f306c1142" providerId="ADAL" clId="{CDEDA527-6305-473E-B40F-96DBDC88E7AA}" dt="2025-08-03T15:41:34.332" v="1262" actId="20577"/>
        <pc:sldMkLst>
          <pc:docMk/>
          <pc:sldMk cId="492137561" sldId="2147482546"/>
        </pc:sldMkLst>
        <pc:spChg chg="add mod">
          <ac:chgData name="Victor Prior Muñoz" userId="80a9829b-4c38-4da5-9cb6-4e8f306c1142" providerId="ADAL" clId="{CDEDA527-6305-473E-B40F-96DBDC88E7AA}" dt="2025-08-03T15:41:34.332" v="1262" actId="20577"/>
          <ac:spMkLst>
            <pc:docMk/>
            <pc:sldMk cId="492137561" sldId="2147482546"/>
            <ac:spMk id="2" creationId="{1F9A36FE-05A4-5BF1-F1F4-9AB252F38D7D}"/>
          </ac:spMkLst>
        </pc:spChg>
      </pc:sldChg>
      <pc:sldChg chg="addSp delSp modSp add mod">
        <pc:chgData name="Victor Prior Muñoz" userId="80a9829b-4c38-4da5-9cb6-4e8f306c1142" providerId="ADAL" clId="{CDEDA527-6305-473E-B40F-96DBDC88E7AA}" dt="2025-08-03T15:38:29.855" v="1235"/>
        <pc:sldMkLst>
          <pc:docMk/>
          <pc:sldMk cId="3320089089" sldId="2147482547"/>
        </pc:sldMkLst>
      </pc:sldChg>
      <pc:sldChg chg="addSp delSp modSp add mod">
        <pc:chgData name="Victor Prior Muñoz" userId="80a9829b-4c38-4da5-9cb6-4e8f306c1142" providerId="ADAL" clId="{CDEDA527-6305-473E-B40F-96DBDC88E7AA}" dt="2025-08-03T15:38:33.072" v="1237"/>
        <pc:sldMkLst>
          <pc:docMk/>
          <pc:sldMk cId="1889429261" sldId="2147482548"/>
        </pc:sldMkLst>
      </pc:sldChg>
      <pc:sldChg chg="addSp delSp modSp add mod">
        <pc:chgData name="Victor Prior Muñoz" userId="80a9829b-4c38-4da5-9cb6-4e8f306c1142" providerId="ADAL" clId="{CDEDA527-6305-473E-B40F-96DBDC88E7AA}" dt="2025-08-03T15:38:36.190" v="1239"/>
        <pc:sldMkLst>
          <pc:docMk/>
          <pc:sldMk cId="2064290263" sldId="2147482549"/>
        </pc:sldMkLst>
      </pc:sldChg>
      <pc:sldChg chg="addSp delSp modSp add mod">
        <pc:chgData name="Victor Prior Muñoz" userId="80a9829b-4c38-4da5-9cb6-4e8f306c1142" providerId="ADAL" clId="{CDEDA527-6305-473E-B40F-96DBDC88E7AA}" dt="2025-08-03T15:38:44.688" v="1242" actId="13926"/>
        <pc:sldMkLst>
          <pc:docMk/>
          <pc:sldMk cId="2309374691" sldId="2147482550"/>
        </pc:sldMkLst>
      </pc:sldChg>
      <pc:sldChg chg="modSp add mod">
        <pc:chgData name="Victor Prior Muñoz" userId="80a9829b-4c38-4da5-9cb6-4e8f306c1142" providerId="ADAL" clId="{CDEDA527-6305-473E-B40F-96DBDC88E7AA}" dt="2025-08-03T15:41:58.762" v="1273" actId="20577"/>
        <pc:sldMkLst>
          <pc:docMk/>
          <pc:sldMk cId="2927661969" sldId="2147482551"/>
        </pc:sldMkLst>
      </pc:sldChg>
      <pc:sldChg chg="modSp add mod">
        <pc:chgData name="Victor Prior Muñoz" userId="80a9829b-4c38-4da5-9cb6-4e8f306c1142" providerId="ADAL" clId="{CDEDA527-6305-473E-B40F-96DBDC88E7AA}" dt="2025-08-03T15:42:20.322" v="1276"/>
        <pc:sldMkLst>
          <pc:docMk/>
          <pc:sldMk cId="1677798322" sldId="2147482552"/>
        </pc:sldMkLst>
      </pc:sldChg>
      <pc:sldChg chg="addSp modSp add mod">
        <pc:chgData name="Victor Prior Muñoz" userId="80a9829b-4c38-4da5-9cb6-4e8f306c1142" providerId="ADAL" clId="{CDEDA527-6305-473E-B40F-96DBDC88E7AA}" dt="2025-08-03T15:43:01.059" v="1287" actId="20577"/>
        <pc:sldMkLst>
          <pc:docMk/>
          <pc:sldMk cId="2785990557" sldId="2147482553"/>
        </pc:sldMkLst>
      </pc:sldChg>
      <pc:sldChg chg="modSp add mod">
        <pc:chgData name="Victor Prior Muñoz" userId="80a9829b-4c38-4da5-9cb6-4e8f306c1142" providerId="ADAL" clId="{CDEDA527-6305-473E-B40F-96DBDC88E7AA}" dt="2025-08-03T15:43:59.500" v="1297" actId="20577"/>
        <pc:sldMkLst>
          <pc:docMk/>
          <pc:sldMk cId="2034201164" sldId="2147482554"/>
        </pc:sldMkLst>
      </pc:sldChg>
      <pc:sldChg chg="addSp delSp modSp add mod">
        <pc:chgData name="Victor Prior Muñoz" userId="80a9829b-4c38-4da5-9cb6-4e8f306c1142" providerId="ADAL" clId="{CDEDA527-6305-473E-B40F-96DBDC88E7AA}" dt="2025-08-03T15:44:29.126" v="1310" actId="22"/>
        <pc:sldMkLst>
          <pc:docMk/>
          <pc:sldMk cId="3558292227" sldId="2147482555"/>
        </pc:sldMkLst>
      </pc:sldChg>
      <pc:sldChg chg="modSp add mod">
        <pc:chgData name="Victor Prior Muñoz" userId="80a9829b-4c38-4da5-9cb6-4e8f306c1142" providerId="ADAL" clId="{CDEDA527-6305-473E-B40F-96DBDC88E7AA}" dt="2025-08-03T15:45:09.071" v="1320" actId="13926"/>
        <pc:sldMkLst>
          <pc:docMk/>
          <pc:sldMk cId="2997604646" sldId="2147482556"/>
        </pc:sldMkLst>
      </pc:sldChg>
      <pc:sldChg chg="modSp add mod">
        <pc:chgData name="Victor Prior Muñoz" userId="80a9829b-4c38-4da5-9cb6-4e8f306c1142" providerId="ADAL" clId="{CDEDA527-6305-473E-B40F-96DBDC88E7AA}" dt="2025-08-03T15:45:15.076" v="1322" actId="20577"/>
        <pc:sldMkLst>
          <pc:docMk/>
          <pc:sldMk cId="1906443839" sldId="2147482557"/>
        </pc:sldMkLst>
      </pc:sldChg>
      <pc:sldChg chg="modSp add mod">
        <pc:chgData name="Victor Prior Muñoz" userId="80a9829b-4c38-4da5-9cb6-4e8f306c1142" providerId="ADAL" clId="{CDEDA527-6305-473E-B40F-96DBDC88E7AA}" dt="2025-08-04T14:02:32.971" v="1325"/>
        <pc:sldMkLst>
          <pc:docMk/>
          <pc:sldMk cId="3686320133" sldId="2147482558"/>
        </pc:sldMkLst>
      </pc:sldChg>
      <pc:sldChg chg="addSp modSp add mod">
        <pc:chgData name="Victor Prior Muñoz" userId="80a9829b-4c38-4da5-9cb6-4e8f306c1142" providerId="ADAL" clId="{CDEDA527-6305-473E-B40F-96DBDC88E7AA}" dt="2025-08-04T14:03:04.222" v="1340" actId="20577"/>
        <pc:sldMkLst>
          <pc:docMk/>
          <pc:sldMk cId="2563270182" sldId="2147482559"/>
        </pc:sldMkLst>
      </pc:sldChg>
      <pc:sldChg chg="addSp modSp add mod">
        <pc:chgData name="Victor Prior Muñoz" userId="80a9829b-4c38-4da5-9cb6-4e8f306c1142" providerId="ADAL" clId="{CDEDA527-6305-473E-B40F-96DBDC88E7AA}" dt="2025-08-04T14:03:36.653" v="1352" actId="20577"/>
        <pc:sldMkLst>
          <pc:docMk/>
          <pc:sldMk cId="3874029531" sldId="2147482560"/>
        </pc:sldMkLst>
      </pc:sldChg>
      <pc:sldChg chg="addSp modSp add mod">
        <pc:chgData name="Victor Prior Muñoz" userId="80a9829b-4c38-4da5-9cb6-4e8f306c1142" providerId="ADAL" clId="{CDEDA527-6305-473E-B40F-96DBDC88E7AA}" dt="2025-08-04T14:04:17.756" v="1365" actId="20577"/>
        <pc:sldMkLst>
          <pc:docMk/>
          <pc:sldMk cId="1183902465" sldId="2147482561"/>
        </pc:sldMkLst>
      </pc:sldChg>
      <pc:sldChg chg="modSp add mod">
        <pc:chgData name="Victor Prior Muñoz" userId="80a9829b-4c38-4da5-9cb6-4e8f306c1142" providerId="ADAL" clId="{CDEDA527-6305-473E-B40F-96DBDC88E7AA}" dt="2025-08-04T14:04:46.189" v="1374" actId="20577"/>
        <pc:sldMkLst>
          <pc:docMk/>
          <pc:sldMk cId="1201984465" sldId="2147482562"/>
        </pc:sldMkLst>
      </pc:sldChg>
      <pc:sldChg chg="addSp delSp modSp add mod">
        <pc:chgData name="Victor Prior Muñoz" userId="80a9829b-4c38-4da5-9cb6-4e8f306c1142" providerId="ADAL" clId="{CDEDA527-6305-473E-B40F-96DBDC88E7AA}" dt="2025-08-04T14:05:18.980" v="1381" actId="13926"/>
        <pc:sldMkLst>
          <pc:docMk/>
          <pc:sldMk cId="3259316782" sldId="2147482563"/>
        </pc:sldMkLst>
      </pc:sldChg>
      <pc:sldChg chg="modSp add mod">
        <pc:chgData name="Victor Prior Muñoz" userId="80a9829b-4c38-4da5-9cb6-4e8f306c1142" providerId="ADAL" clId="{CDEDA527-6305-473E-B40F-96DBDC88E7AA}" dt="2025-08-04T14:05:30.880" v="1387" actId="20577"/>
        <pc:sldMkLst>
          <pc:docMk/>
          <pc:sldMk cId="2358024548" sldId="2147482564"/>
        </pc:sldMkLst>
      </pc:sldChg>
      <pc:sldChg chg="modSp add mod">
        <pc:chgData name="Victor Prior Muñoz" userId="80a9829b-4c38-4da5-9cb6-4e8f306c1142" providerId="ADAL" clId="{CDEDA527-6305-473E-B40F-96DBDC88E7AA}" dt="2025-08-04T14:06:29.768" v="1397"/>
        <pc:sldMkLst>
          <pc:docMk/>
          <pc:sldMk cId="3556102048" sldId="2147482565"/>
        </pc:sldMkLst>
      </pc:sldChg>
      <pc:sldChg chg="modSp add mod">
        <pc:chgData name="Victor Prior Muñoz" userId="80a9829b-4c38-4da5-9cb6-4e8f306c1142" providerId="ADAL" clId="{CDEDA527-6305-473E-B40F-96DBDC88E7AA}" dt="2025-08-04T14:07:48.044" v="1416" actId="20577"/>
        <pc:sldMkLst>
          <pc:docMk/>
          <pc:sldMk cId="3377871450" sldId="2147482566"/>
        </pc:sldMkLst>
      </pc:sldChg>
      <pc:sldChg chg="modSp add mod">
        <pc:chgData name="Victor Prior Muñoz" userId="80a9829b-4c38-4da5-9cb6-4e8f306c1142" providerId="ADAL" clId="{CDEDA527-6305-473E-B40F-96DBDC88E7AA}" dt="2025-08-04T14:08:21.426" v="1425" actId="20577"/>
        <pc:sldMkLst>
          <pc:docMk/>
          <pc:sldMk cId="2177752894" sldId="2147482567"/>
        </pc:sldMkLst>
      </pc:sldChg>
      <pc:sldChg chg="modSp add mod">
        <pc:chgData name="Victor Prior Muñoz" userId="80a9829b-4c38-4da5-9cb6-4e8f306c1142" providerId="ADAL" clId="{CDEDA527-6305-473E-B40F-96DBDC88E7AA}" dt="2025-08-04T14:10:12.472" v="1524" actId="20577"/>
        <pc:sldMkLst>
          <pc:docMk/>
          <pc:sldMk cId="494913293" sldId="2147482568"/>
        </pc:sldMkLst>
      </pc:sldChg>
      <pc:sldChg chg="modSp add del mod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3257234897" sldId="2147482569"/>
        </pc:sldMkLst>
      </pc:sldChg>
      <pc:sldChg chg="modSp add del mod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3451919526" sldId="2147482570"/>
        </pc:sldMkLst>
      </pc:sldChg>
      <pc:sldChg chg="modSp add del mod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2594759731" sldId="2147482571"/>
        </pc:sldMkLst>
      </pc:sldChg>
      <pc:sldChg chg="addSp modSp add del mod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192620429" sldId="2147482572"/>
        </pc:sldMkLst>
      </pc:sldChg>
      <pc:sldChg chg="modSp add del mod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1642258182" sldId="2147482573"/>
        </pc:sldMkLst>
      </pc:sldChg>
      <pc:sldChg chg="addSp modSp add del mod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1464488767" sldId="2147482574"/>
        </pc:sldMkLst>
      </pc:sldChg>
      <pc:sldChg chg="modSp add del mod">
        <pc:chgData name="Victor Prior Muñoz" userId="80a9829b-4c38-4da5-9cb6-4e8f306c1142" providerId="ADAL" clId="{CDEDA527-6305-473E-B40F-96DBDC88E7AA}" dt="2025-08-06T14:44:17.777" v="1877" actId="47"/>
        <pc:sldMkLst>
          <pc:docMk/>
          <pc:sldMk cId="3094246367" sldId="2147482575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679594436" sldId="2147482576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1729670764" sldId="2147482576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2829510217" sldId="2147482577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3164043787" sldId="2147482577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143586875" sldId="2147482578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3829182058" sldId="2147482578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3479287373" sldId="2147482579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3752612177" sldId="2147482579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1561888405" sldId="2147482580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3680773905" sldId="2147482580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1001612237" sldId="2147482581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3060644270" sldId="2147482581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316484004" sldId="2147482582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3177718887" sldId="2147482582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1137210265" sldId="2147482583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3120610839" sldId="2147482583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657720096" sldId="2147482584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3596238888" sldId="2147482584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1957428832" sldId="2147482585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4194478025" sldId="2147482585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767966131" sldId="2147482586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2016962075" sldId="2147482586"/>
        </pc:sldMkLst>
      </pc:sldChg>
      <pc:sldChg chg="add">
        <pc:chgData name="Victor Prior Muñoz" userId="80a9829b-4c38-4da5-9cb6-4e8f306c1142" providerId="ADAL" clId="{CDEDA527-6305-473E-B40F-96DBDC88E7AA}" dt="2025-08-06T14:44:02.164" v="1876"/>
        <pc:sldMkLst>
          <pc:docMk/>
          <pc:sldMk cId="215175635" sldId="2147482587"/>
        </pc:sldMkLst>
      </pc:sldChg>
      <pc:sldChg chg="add del">
        <pc:chgData name="Victor Prior Muñoz" userId="80a9829b-4c38-4da5-9cb6-4e8f306c1142" providerId="ADAL" clId="{CDEDA527-6305-473E-B40F-96DBDC88E7AA}" dt="2025-08-06T14:43:56.568" v="1875"/>
        <pc:sldMkLst>
          <pc:docMk/>
          <pc:sldMk cId="2104997964" sldId="2147482587"/>
        </pc:sldMkLst>
      </pc:sldChg>
      <pc:sldMasterChg chg="del delSldLayout">
        <pc:chgData name="Victor Prior Muñoz" userId="80a9829b-4c38-4da5-9cb6-4e8f306c1142" providerId="ADAL" clId="{CDEDA527-6305-473E-B40F-96DBDC88E7AA}" dt="2025-08-03T14:43:07.363" v="174" actId="47"/>
        <pc:sldMasterMkLst>
          <pc:docMk/>
          <pc:sldMasterMk cId="1937741858" sldId="2147483648"/>
        </pc:sldMasterMkLst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3726495527" sldId="2147483649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3889808734" sldId="2147483650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3810730645" sldId="2147483651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4015872830" sldId="2147483652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1657474894" sldId="2147483653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956540372" sldId="2147483654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340631002" sldId="2147483655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2355585378" sldId="2147483656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1879510599" sldId="2147483657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3919432146" sldId="2147483658"/>
          </pc:sldLayoutMkLst>
        </pc:sldLayoutChg>
        <pc:sldLayoutChg chg="del">
          <pc:chgData name="Victor Prior Muñoz" userId="80a9829b-4c38-4da5-9cb6-4e8f306c1142" providerId="ADAL" clId="{CDEDA527-6305-473E-B40F-96DBDC88E7AA}" dt="2025-08-03T14:43:07.363" v="174" actId="47"/>
          <pc:sldLayoutMkLst>
            <pc:docMk/>
            <pc:sldMasterMk cId="1937741858" sldId="2147483648"/>
            <pc:sldLayoutMk cId="2272177726" sldId="2147483659"/>
          </pc:sldLayoutMkLst>
        </pc:sldLayoutChg>
      </pc:sldMasterChg>
      <pc:sldMasterChg chg="addSp">
        <pc:chgData name="Victor Prior Muñoz" userId="80a9829b-4c38-4da5-9cb6-4e8f306c1142" providerId="ADAL" clId="{CDEDA527-6305-473E-B40F-96DBDC88E7AA}" dt="2025-08-03T15:01:29.090" v="540"/>
        <pc:sldMasterMkLst>
          <pc:docMk/>
          <pc:sldMasterMk cId="703569592" sldId="2147483750"/>
        </pc:sldMasterMkLst>
      </pc:sldMasterChg>
      <pc:sldMasterChg chg="addSp">
        <pc:chgData name="Victor Prior Muñoz" userId="80a9829b-4c38-4da5-9cb6-4e8f306c1142" providerId="ADAL" clId="{CDEDA527-6305-473E-B40F-96DBDC88E7AA}" dt="2025-08-03T15:01:35.214" v="546"/>
        <pc:sldMasterMkLst>
          <pc:docMk/>
          <pc:sldMasterMk cId="3721618420" sldId="214748375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A4334-D54E-4346-A097-ED25EEDDCF52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253D9-2099-4C40-909D-9844F82F0C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765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9156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9522-A762-3A47-00DB-F8485D58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B63CA-C551-9720-7FEA-6A1E1F5C9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8AF8-36D4-C88E-7328-7831F3360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FB549-164A-0B0C-40BA-BFB274113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9444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4BBA2-D68D-D534-A72A-4827CF40E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ABD05-5DD6-D484-108E-693A83F15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36F46-FB2B-0BB6-8956-06A100458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322B3-9B39-D687-D91A-948800BDD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587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3E58E-9F63-B16C-982F-CB619BE71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0A92F-EC5B-BDD0-D96F-2AE0D85A7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3BE6D-EBAC-A387-2670-96FE760D5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5A72D-ADEF-9577-187A-60A37793F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47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9F4D-BE11-1617-1203-038C862F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9320C-4D7D-B5E5-006C-9783B6D7A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A3BBD-D0B7-7620-CB78-89A46CF0B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F13AD-745C-A397-D410-FB3901840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051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2D5A-57E0-237C-1A4B-BAB2A8A1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716BD-D706-7BB3-59B2-EB89F3500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A6E59-8097-F20B-D275-38BAEDCB0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FA35F-4652-160F-4D7C-C8DFF4FA0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97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DA5F-7A1A-72CD-DF87-099C1816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F377A-A474-2B90-DC3D-2A199157A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F92ED-A83E-CB7D-61F2-43AED5E7F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2371F-83E4-EE70-6DC5-E5C9BAFF0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2170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C292-0094-0F06-2383-E518A3FE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1357F-EF47-B175-432E-D4218F808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C9EFF-9C12-9D48-8785-CB09505F3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218FC-A1DA-A0E7-A34D-481439C8A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3186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9D5EA-7699-037B-8955-494B75B6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26BC7-873F-4F9D-D11A-E47E4E70C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3A09D-705F-67D0-E43C-290E48BCF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1D46C-7422-ACEE-D266-4EEA6FD9E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0998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143B-E77C-08FD-C012-7A75C0D61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9376B-73CB-32DE-16A6-7CA4751CB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91A98-BD5C-8639-AECF-51F5336F0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B211-5B89-5486-BC55-A55F25DCF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21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43B2-393C-60AE-D009-82B5F62F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93CC2-5988-7DA1-63A8-5207FD510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B01F9-70ED-770A-4223-CAD4F2975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16633-C619-60EB-0B47-EAD4B55F9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438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C181-34F5-4BF5-198E-B6FEE06E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37B24-85A9-1F4D-0298-133BAA7ED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4F292-54FE-9CDA-4E07-91EAA2D3D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4D3CD-6A0C-69EE-FCFE-60C3093AB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3606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E989-606E-B749-BD78-800A285D4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FB457-95AC-5F0A-38CB-9C6E21DE4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18B50-6641-5C63-2F78-E22951474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252FD-9AD1-46A6-D550-79A524548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640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451E-A79B-898C-AC72-0D3CACB6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E89CF-2B04-B225-E43C-3EFA3BC99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313FE-D878-0F1D-B949-F1D282370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85EDC-EE28-9774-D3B7-094CCA8B0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493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FC97-1557-CF79-7A01-28A79B14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7E8C5-DA2F-B16D-6110-0AAEA84D2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2CEB7-A791-7527-7B68-AC5278B4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08524-AE13-1FBE-BBCD-18C500F47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253D9-2099-4C40-909D-9844F82F0CB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4885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73" y="609644"/>
            <a:ext cx="11268590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359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358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 Aliquam euismod cursus ipsum. Hasellus erat metus, faucibus quis interdum id, viverra nec enim:</a:t>
            </a:r>
          </a:p>
          <a:p>
            <a:pPr lvl="0"/>
            <a:r>
              <a:rPr lang="en"/>
              <a:t>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761" y="366676"/>
            <a:ext cx="11268591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</p:spTree>
    <p:extLst>
      <p:ext uri="{BB962C8B-B14F-4D97-AF65-F5344CB8AC3E}">
        <p14:creationId xmlns:p14="http://schemas.microsoft.com/office/powerpoint/2010/main" val="164071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72" y="609644"/>
            <a:ext cx="11259303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359" y="1745320"/>
            <a:ext cx="1126270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358" y="2461480"/>
            <a:ext cx="11262706" cy="1273612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 Aliquam euismod cursus ipsum. Hasellus erat metus, faucibus quis interdum id, viverra nec enim:</a:t>
            </a:r>
            <a:br>
              <a:rPr lang="es-ES"/>
            </a:br>
            <a:r>
              <a:rPr lang="en"/>
              <a:t>	• Insert text here</a:t>
            </a:r>
            <a:br>
              <a:rPr lang="es-ES"/>
            </a:br>
            <a:r>
              <a:rPr lang="en"/>
              <a:t>     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760" y="366676"/>
            <a:ext cx="11259303" cy="198438"/>
          </a:xfrm>
        </p:spPr>
        <p:txBody>
          <a:bodyPr>
            <a:noAutofit/>
          </a:bodyPr>
          <a:lstStyle>
            <a:lvl1pPr marL="0" indent="0">
              <a:buNone/>
              <a:defRPr sz="1300" b="0" i="0" cap="all" baseline="0">
                <a:latin typeface="Telefonica Sans" panose="02000003020000060003" pitchFamily="2" charset="0"/>
              </a:defRPr>
            </a:lvl1pPr>
          </a:lstStyle>
          <a:p>
            <a:pPr lvl="0"/>
            <a:r>
              <a:rPr lang="en"/>
              <a:t>INSERT SUBHEADING</a:t>
            </a:r>
          </a:p>
        </p:txBody>
      </p:sp>
    </p:spTree>
    <p:extLst>
      <p:ext uri="{BB962C8B-B14F-4D97-AF65-F5344CB8AC3E}">
        <p14:creationId xmlns:p14="http://schemas.microsoft.com/office/powerpoint/2010/main" val="183356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_Column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654" y="609644"/>
            <a:ext cx="11257119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5541" y="1740662"/>
            <a:ext cx="5320097" cy="139192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 Aliquam euismod cursus ipsum. Hasellus erat metus, faucibus quis interdum id, viverra nec enim. Nulla lacus dui, gravida ac ornare ac.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8943" y="366676"/>
            <a:ext cx="11257120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BD8A9A29-247E-EA46-8CD4-1758841A8D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541" y="3176718"/>
            <a:ext cx="5320097" cy="36382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5271E3B7-3FD3-8440-9710-E3439F3EE8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541" y="3540538"/>
            <a:ext cx="5320098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01CE7070-5CE0-8D45-A606-20C768D30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50977" y="1740662"/>
            <a:ext cx="5320097" cy="139192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 Aliquam euismod cursus ipsum. Hasellus erat metus, faucibus quis interdum id, viverra nec enim. Nulla lacus dui, gravida ac ornare ac.</a:t>
            </a:r>
          </a:p>
        </p:txBody>
      </p:sp>
      <p:sp>
        <p:nvSpPr>
          <p:cNvPr id="22" name="Marcador de texto 12">
            <a:extLst>
              <a:ext uri="{FF2B5EF4-FFF2-40B4-BE49-F238E27FC236}">
                <a16:creationId xmlns:a16="http://schemas.microsoft.com/office/drawing/2014/main" id="{404E435A-E585-1841-9763-026093A593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977" y="3176718"/>
            <a:ext cx="5320097" cy="36382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5AB8C3F2-42FD-F745-A334-79067A11A4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0977" y="3540538"/>
            <a:ext cx="5320098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5066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_Enfasis_Fondo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540" y="1479572"/>
            <a:ext cx="10923594" cy="1589066"/>
          </a:xfrm>
        </p:spPr>
        <p:txBody>
          <a:bodyPr/>
          <a:lstStyle>
            <a:lvl1pPr>
              <a:defRPr sz="5000"/>
            </a:lvl1pPr>
          </a:lstStyle>
          <a:p>
            <a:r>
              <a:rPr lang="en" err="1"/>
              <a:t>Lorem ipsum dolor sit amet, consectetur adipiscing elit.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7272F2-7A68-2949-92E4-20E4609AD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599" y="3141663"/>
            <a:ext cx="10923594" cy="2087562"/>
          </a:xfrm>
        </p:spPr>
        <p:txBody>
          <a:bodyPr>
            <a:noAutofit/>
          </a:bodyPr>
          <a:lstStyle>
            <a:lvl1pPr>
              <a:defRPr sz="50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>
              <a:defRPr sz="5000" b="1"/>
            </a:lvl2pPr>
            <a:lvl3pPr>
              <a:defRPr sz="5000" b="1"/>
            </a:lvl3pPr>
            <a:lvl4pPr>
              <a:defRPr sz="5000" b="1"/>
            </a:lvl4pPr>
            <a:lvl5pPr>
              <a:defRPr sz="5000" b="1"/>
            </a:lvl5pPr>
          </a:lstStyle>
          <a:p>
            <a:pPr lvl="0"/>
            <a:r>
              <a:rPr lang="en" err="1"/>
              <a:t>Aliquam euismod cursus ipsum. Hasellus erat metus, faucibus quis interdum id, viverra nec enim.</a:t>
            </a:r>
          </a:p>
        </p:txBody>
      </p:sp>
    </p:spTree>
    <p:extLst>
      <p:ext uri="{BB962C8B-B14F-4D97-AF65-F5344CB8AC3E}">
        <p14:creationId xmlns:p14="http://schemas.microsoft.com/office/powerpoint/2010/main" val="418893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_Enfasis_Fondo_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539" y="1479572"/>
            <a:ext cx="10923594" cy="1589066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" err="1"/>
              <a:t>Lorem ipsum dolor sit amet, consectetur adipiscing elit.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7272F2-7A68-2949-92E4-20E4609AD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599" y="3141663"/>
            <a:ext cx="10923594" cy="2087562"/>
          </a:xfrm>
        </p:spPr>
        <p:txBody>
          <a:bodyPr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>
              <a:defRPr sz="5000" b="1"/>
            </a:lvl2pPr>
            <a:lvl3pPr>
              <a:defRPr sz="5000" b="1"/>
            </a:lvl3pPr>
            <a:lvl4pPr>
              <a:defRPr sz="5000" b="1"/>
            </a:lvl4pPr>
            <a:lvl5pPr>
              <a:defRPr sz="5000" b="1"/>
            </a:lvl5pPr>
          </a:lstStyle>
          <a:p>
            <a:pPr lvl="0"/>
            <a:r>
              <a:rPr lang="en" err="1"/>
              <a:t>Aliquam euismod cursus ipsum. Hasellus erat metus, faucibus quis interdum id, viverra nec enim.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EA2326A-27AA-4B4C-9EF6-95492822013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44" y="6433137"/>
            <a:ext cx="1043848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5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xt_Imagen_Redo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5320545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978" y="1745320"/>
            <a:ext cx="4595521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0978" y="2461480"/>
            <a:ext cx="4595520" cy="2717800"/>
          </a:xfr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5311257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0500" y="556106"/>
            <a:ext cx="5758963" cy="577712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535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xt_Imagen_Redo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B70B12B-8EC8-A743-A48B-40F9957BD415}"/>
              </a:ext>
            </a:extLst>
          </p:cNvPr>
          <p:cNvSpPr/>
          <p:nvPr userDrawn="1"/>
        </p:nvSpPr>
        <p:spPr>
          <a:xfrm>
            <a:off x="5375275" y="549275"/>
            <a:ext cx="5764188" cy="57641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>
              <a:latin typeface="Telefonica Sans" panose="02000003020000060003" pitchFamily="2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5320545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978" y="1745320"/>
            <a:ext cx="4595521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0978" y="2461480"/>
            <a:ext cx="4595520" cy="2717800"/>
          </a:xfr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5311257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0500" y="556107"/>
            <a:ext cx="5746065" cy="57641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43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xt_Imagen_Redonda_Fondo_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5320545" cy="800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978" y="1745320"/>
            <a:ext cx="4595521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0977" y="2461480"/>
            <a:ext cx="4595521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5311256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0500" y="556106"/>
            <a:ext cx="5758963" cy="577712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/>
              <a:t>Insert image</a:t>
            </a:r>
            <a:endParaRPr lang="es-E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9D8E661-9A00-0644-8424-3EFAB518A79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44" y="6433137"/>
            <a:ext cx="1043848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4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_Con_Imagen_Cuadra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73" y="609644"/>
            <a:ext cx="3704934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359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358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761" y="366676"/>
            <a:ext cx="3704934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D24A2D91-FE07-DD4B-8E90-1BD3F7A37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5775" y="549275"/>
            <a:ext cx="7379970" cy="575945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 err="1"/>
              <a:t>Image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2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_Con_Imagenes_Cuadrad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11251681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1125168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AE166127-948E-434C-90AC-DEE04C3D91A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15938" y="1628776"/>
            <a:ext cx="5508626" cy="4679949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Image </a:t>
            </a:r>
          </a:p>
        </p:txBody>
      </p:sp>
      <p:sp>
        <p:nvSpPr>
          <p:cNvPr id="19" name="Marcador de posición de imagen 9">
            <a:extLst>
              <a:ext uri="{FF2B5EF4-FFF2-40B4-BE49-F238E27FC236}">
                <a16:creationId xmlns:a16="http://schemas.microsoft.com/office/drawing/2014/main" id="{FD434FA2-08C3-B04D-956F-2D1EAED7F4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7438" y="1628775"/>
            <a:ext cx="5510442" cy="4679949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Image </a:t>
            </a:r>
          </a:p>
        </p:txBody>
      </p:sp>
    </p:spTree>
    <p:extLst>
      <p:ext uri="{BB962C8B-B14F-4D97-AF65-F5344CB8AC3E}">
        <p14:creationId xmlns:p14="http://schemas.microsoft.com/office/powerpoint/2010/main" val="63153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A_Texto_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3" y="609644"/>
            <a:ext cx="3887112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549" y="1745320"/>
            <a:ext cx="3881226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547" y="2461480"/>
            <a:ext cx="3881225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" y="366676"/>
            <a:ext cx="3887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AF014C1F-5DA6-BD48-8CB8-F7316AD404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03724" y="549239"/>
            <a:ext cx="3600451" cy="575945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 err="1"/>
              <a:t>Image</a:t>
            </a:r>
            <a:endParaRPr lang="es-ES"/>
          </a:p>
        </p:txBody>
      </p:sp>
      <p:sp>
        <p:nvSpPr>
          <p:cNvPr id="15" name="Marcador de posición de imagen 9">
            <a:extLst>
              <a:ext uri="{FF2B5EF4-FFF2-40B4-BE49-F238E27FC236}">
                <a16:creationId xmlns:a16="http://schemas.microsoft.com/office/drawing/2014/main" id="{4DF4394C-AC73-B248-B9C9-EE57E9E5441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75612" y="549239"/>
            <a:ext cx="3600451" cy="575945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 err="1"/>
              <a:t>Image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6549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A_Texto_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5" y="609644"/>
            <a:ext cx="3704934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551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550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  <a:br>
              <a:rPr lang="es-ES"/>
            </a:br>
            <a:r>
              <a:rPr lang="en" err="1"/>
              <a:t>Aliquam  euismod cursus ipsum. Hasellus erat metus, faucibus quis interdum id, viverra nec enim:</a:t>
            </a:r>
            <a:br>
              <a:rPr lang="es-ES"/>
            </a:br>
            <a:r>
              <a:rPr lang="en"/>
              <a:t> 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3" y="366676"/>
            <a:ext cx="3704934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AF014C1F-5DA6-BD48-8CB8-F7316AD404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0521" y="549275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 err="1"/>
              <a:t>Image</a:t>
            </a:r>
            <a:endParaRPr lang="es-E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D02795F5-6C12-834F-B019-D7809BB331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79439" y="549275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 err="1"/>
              <a:t>Image</a:t>
            </a:r>
            <a:endParaRPr lang="es-ES"/>
          </a:p>
        </p:txBody>
      </p:sp>
      <p:sp>
        <p:nvSpPr>
          <p:cNvPr id="13" name="Marcador de posición de imagen 9">
            <a:extLst>
              <a:ext uri="{FF2B5EF4-FFF2-40B4-BE49-F238E27FC236}">
                <a16:creationId xmlns:a16="http://schemas.microsoft.com/office/drawing/2014/main" id="{2AC0C1AC-37D1-D940-8C55-C962846D9A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10521" y="3465741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 err="1"/>
              <a:t>Image</a:t>
            </a:r>
            <a:endParaRPr lang="es-ES"/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C6F7ED5A-3746-7945-9845-224AFBD2E4B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79439" y="3465741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 err="1"/>
              <a:t>Image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292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_Imagen_Redo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3" y="609644"/>
            <a:ext cx="11267399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6216" y="5444414"/>
            <a:ext cx="3235301" cy="587225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1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1429" y="1629918"/>
            <a:ext cx="3240088" cy="325030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10" name="Marcador de posición de imagen 16">
            <a:extLst>
              <a:ext uri="{FF2B5EF4-FFF2-40B4-BE49-F238E27FC236}">
                <a16:creationId xmlns:a16="http://schemas.microsoft.com/office/drawing/2014/main" id="{C9BE40AB-DD10-EA46-9CA3-54E8B95B7B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89867" y="1629918"/>
            <a:ext cx="3240088" cy="325030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11" name="Marcador de posición de imagen 16">
            <a:extLst>
              <a:ext uri="{FF2B5EF4-FFF2-40B4-BE49-F238E27FC236}">
                <a16:creationId xmlns:a16="http://schemas.microsoft.com/office/drawing/2014/main" id="{FD619271-213E-D646-A710-71914F2B32C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88472" y="1629918"/>
            <a:ext cx="3240088" cy="325030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AA7A33E1-C130-BD47-88FB-050C3920F6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1429" y="4984893"/>
            <a:ext cx="3240088" cy="444500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Body Subhead</a:t>
            </a:r>
            <a:endParaRPr lang="es-ES"/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41FEAD28-B0C6-7045-ACB6-9220400C01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0028" y="5444414"/>
            <a:ext cx="3235301" cy="587225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3DC58B0B-28AC-3741-81D4-FCAC09C941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5241" y="4984893"/>
            <a:ext cx="3240088" cy="444500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Body Subhead</a:t>
            </a:r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89EEEAB2-D851-3C4A-AD34-0D6D4B6A1D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0478" y="5444414"/>
            <a:ext cx="3235301" cy="587225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A73ED5A7-EBB5-C74D-A8C8-D8B8868EC5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5691" y="4984893"/>
            <a:ext cx="3240088" cy="444500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Body Subhead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402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am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2" y="609644"/>
            <a:ext cx="11267401" cy="800944"/>
          </a:xfrm>
        </p:spPr>
        <p:txBody>
          <a:bodyPr/>
          <a:lstStyle>
            <a:lvl1pPr>
              <a:defRPr b="1" i="0">
                <a:latin typeface="Telefonica Sans" panose="02000003020000060003" pitchFamily="2" charset="0"/>
              </a:defRPr>
            </a:lvl1pPr>
          </a:lstStyle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06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19" name="Marcador de posición de imagen 16">
            <a:extLst>
              <a:ext uri="{FF2B5EF4-FFF2-40B4-BE49-F238E27FC236}">
                <a16:creationId xmlns:a16="http://schemas.microsoft.com/office/drawing/2014/main" id="{631FA06F-BB94-1547-AA35-322C04EA3E6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708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20" name="Marcador de posición de imagen 16">
            <a:extLst>
              <a:ext uri="{FF2B5EF4-FFF2-40B4-BE49-F238E27FC236}">
                <a16:creationId xmlns:a16="http://schemas.microsoft.com/office/drawing/2014/main" id="{FFB6F081-65FA-5444-B178-C8C515CA98B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64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21" name="Marcador de posición de imagen 16">
            <a:extLst>
              <a:ext uri="{FF2B5EF4-FFF2-40B4-BE49-F238E27FC236}">
                <a16:creationId xmlns:a16="http://schemas.microsoft.com/office/drawing/2014/main" id="{FFF32748-DA21-E849-B2DA-1EA06A2755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353595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5820D170-CA33-064F-AA5B-1C4417E545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A1915280-2CF9-3F45-ACA8-FD9CEA750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6547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32" name="Marcador de texto 14">
            <a:extLst>
              <a:ext uri="{FF2B5EF4-FFF2-40B4-BE49-F238E27FC236}">
                <a16:creationId xmlns:a16="http://schemas.microsoft.com/office/drawing/2014/main" id="{34630E89-354A-744A-AEEA-BECC4B647A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7769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61D1832F-3C56-3A4E-9EF8-73948C7B250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8992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34" name="Marcador de texto 11">
            <a:extLst>
              <a:ext uri="{FF2B5EF4-FFF2-40B4-BE49-F238E27FC236}">
                <a16:creationId xmlns:a16="http://schemas.microsoft.com/office/drawing/2014/main" id="{BAED2BAE-F43D-FB47-ADB7-56880CCAF7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662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35" name="Marcador de texto 11">
            <a:extLst>
              <a:ext uri="{FF2B5EF4-FFF2-40B4-BE49-F238E27FC236}">
                <a16:creationId xmlns:a16="http://schemas.microsoft.com/office/drawing/2014/main" id="{CCD7D7BF-CF69-D547-94AF-47288FE3EF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1884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36" name="Marcador de texto 11">
            <a:extLst>
              <a:ext uri="{FF2B5EF4-FFF2-40B4-BE49-F238E27FC236}">
                <a16:creationId xmlns:a16="http://schemas.microsoft.com/office/drawing/2014/main" id="{76129F83-CE46-C343-A8E8-5945ADE6E9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3106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37" name="Marcador de texto 11">
            <a:extLst>
              <a:ext uri="{FF2B5EF4-FFF2-40B4-BE49-F238E27FC236}">
                <a16:creationId xmlns:a16="http://schemas.microsoft.com/office/drawing/2014/main" id="{A3FDDF1E-80FA-7449-AEBA-6AA02EF2C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4329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790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am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7BF74AC2-6052-DE44-A2F8-685D64C198B3}"/>
              </a:ext>
            </a:extLst>
          </p:cNvPr>
          <p:cNvSpPr/>
          <p:nvPr userDrawn="1"/>
        </p:nvSpPr>
        <p:spPr>
          <a:xfrm>
            <a:off x="69532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>
              <a:latin typeface="Telefonica Sans" panose="02000003020000060003" pitchFamily="2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2" y="609644"/>
            <a:ext cx="11267401" cy="800944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849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2FAA048-4B5D-4E46-AC16-7452B6E31003}"/>
              </a:ext>
            </a:extLst>
          </p:cNvPr>
          <p:cNvSpPr/>
          <p:nvPr userDrawn="1"/>
        </p:nvSpPr>
        <p:spPr>
          <a:xfrm>
            <a:off x="357822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>
              <a:latin typeface="Telefonica Sans" panose="02000003020000060003" pitchFamily="2" charset="0"/>
            </a:endParaRPr>
          </a:p>
        </p:txBody>
      </p:sp>
      <p:sp>
        <p:nvSpPr>
          <p:cNvPr id="30" name="Marcador de posición de imagen 16">
            <a:extLst>
              <a:ext uri="{FF2B5EF4-FFF2-40B4-BE49-F238E27FC236}">
                <a16:creationId xmlns:a16="http://schemas.microsoft.com/office/drawing/2014/main" id="{7738A7D9-3E3A-9B40-A1C7-8018C92133D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58139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2301D21-EF7B-7C46-A309-9161F0D613A6}"/>
              </a:ext>
            </a:extLst>
          </p:cNvPr>
          <p:cNvSpPr/>
          <p:nvPr userDrawn="1"/>
        </p:nvSpPr>
        <p:spPr>
          <a:xfrm>
            <a:off x="646112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>
              <a:latin typeface="Telefonica Sans" panose="02000003020000060003" pitchFamily="2" charset="0"/>
            </a:endParaRPr>
          </a:p>
        </p:txBody>
      </p:sp>
      <p:sp>
        <p:nvSpPr>
          <p:cNvPr id="32" name="Marcador de posición de imagen 16">
            <a:extLst>
              <a:ext uri="{FF2B5EF4-FFF2-40B4-BE49-F238E27FC236}">
                <a16:creationId xmlns:a16="http://schemas.microsoft.com/office/drawing/2014/main" id="{8BDA6A37-0168-9148-B73A-E2361E04F37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6429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06BD6CA-9D28-324D-8CAC-1A48D712C4C0}"/>
              </a:ext>
            </a:extLst>
          </p:cNvPr>
          <p:cNvSpPr/>
          <p:nvPr userDrawn="1"/>
        </p:nvSpPr>
        <p:spPr>
          <a:xfrm>
            <a:off x="933767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>
              <a:latin typeface="Telefonica Sans" panose="02000003020000060003" pitchFamily="2" charset="0"/>
            </a:endParaRPr>
          </a:p>
        </p:txBody>
      </p:sp>
      <p:sp>
        <p:nvSpPr>
          <p:cNvPr id="34" name="Marcador de posición de imagen 16">
            <a:extLst>
              <a:ext uri="{FF2B5EF4-FFF2-40B4-BE49-F238E27FC236}">
                <a16:creationId xmlns:a16="http://schemas.microsoft.com/office/drawing/2014/main" id="{BED1A7FE-CD5F-FB4C-A982-6E2C839CD34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4084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40" name="Marcador de texto 14">
            <a:extLst>
              <a:ext uri="{FF2B5EF4-FFF2-40B4-BE49-F238E27FC236}">
                <a16:creationId xmlns:a16="http://schemas.microsoft.com/office/drawing/2014/main" id="{54523B5B-5365-1242-8837-04D849AF45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41" name="Marcador de texto 14">
            <a:extLst>
              <a:ext uri="{FF2B5EF4-FFF2-40B4-BE49-F238E27FC236}">
                <a16:creationId xmlns:a16="http://schemas.microsoft.com/office/drawing/2014/main" id="{56134211-3DD7-B241-9A1B-48BD23664B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6547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42" name="Marcador de texto 14">
            <a:extLst>
              <a:ext uri="{FF2B5EF4-FFF2-40B4-BE49-F238E27FC236}">
                <a16:creationId xmlns:a16="http://schemas.microsoft.com/office/drawing/2014/main" id="{08E2D2BA-BECD-C64C-968C-572432AA6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7769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43" name="Marcador de texto 14">
            <a:extLst>
              <a:ext uri="{FF2B5EF4-FFF2-40B4-BE49-F238E27FC236}">
                <a16:creationId xmlns:a16="http://schemas.microsoft.com/office/drawing/2014/main" id="{982A13FD-8176-9641-A027-05CF3D6318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8992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44" name="Marcador de texto 11">
            <a:extLst>
              <a:ext uri="{FF2B5EF4-FFF2-40B4-BE49-F238E27FC236}">
                <a16:creationId xmlns:a16="http://schemas.microsoft.com/office/drawing/2014/main" id="{AA7CEA59-0975-2141-82D4-A6E0742AA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662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45" name="Marcador de texto 11">
            <a:extLst>
              <a:ext uri="{FF2B5EF4-FFF2-40B4-BE49-F238E27FC236}">
                <a16:creationId xmlns:a16="http://schemas.microsoft.com/office/drawing/2014/main" id="{FBCCC1DB-85D7-624E-8650-B36A90E4F6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1884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46" name="Marcador de texto 11">
            <a:extLst>
              <a:ext uri="{FF2B5EF4-FFF2-40B4-BE49-F238E27FC236}">
                <a16:creationId xmlns:a16="http://schemas.microsoft.com/office/drawing/2014/main" id="{57FC4880-8E44-624A-BB30-FD697E9A1A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3106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47" name="Marcador de texto 11">
            <a:extLst>
              <a:ext uri="{FF2B5EF4-FFF2-40B4-BE49-F238E27FC236}">
                <a16:creationId xmlns:a16="http://schemas.microsoft.com/office/drawing/2014/main" id="{CCAABC16-779C-0E4B-9DF2-D8DA628C87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4329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4982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am_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3" y="609644"/>
            <a:ext cx="11267400" cy="800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06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19" name="Marcador de posición de imagen 16">
            <a:extLst>
              <a:ext uri="{FF2B5EF4-FFF2-40B4-BE49-F238E27FC236}">
                <a16:creationId xmlns:a16="http://schemas.microsoft.com/office/drawing/2014/main" id="{631FA06F-BB94-1547-AA35-322C04EA3E6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708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20" name="Marcador de posición de imagen 16">
            <a:extLst>
              <a:ext uri="{FF2B5EF4-FFF2-40B4-BE49-F238E27FC236}">
                <a16:creationId xmlns:a16="http://schemas.microsoft.com/office/drawing/2014/main" id="{FFB6F081-65FA-5444-B178-C8C515CA98B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64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21" name="Marcador de posición de imagen 16">
            <a:extLst>
              <a:ext uri="{FF2B5EF4-FFF2-40B4-BE49-F238E27FC236}">
                <a16:creationId xmlns:a16="http://schemas.microsoft.com/office/drawing/2014/main" id="{FFF32748-DA21-E849-B2DA-1EA06A2755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353595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"/>
              <a:t>Insert image</a:t>
            </a:r>
            <a:endParaRPr lang="es-ES"/>
          </a:p>
        </p:txBody>
      </p:sp>
      <p:sp>
        <p:nvSpPr>
          <p:cNvPr id="38" name="Marcador de texto 14">
            <a:extLst>
              <a:ext uri="{FF2B5EF4-FFF2-40B4-BE49-F238E27FC236}">
                <a16:creationId xmlns:a16="http://schemas.microsoft.com/office/drawing/2014/main" id="{750A0E14-B254-E740-BC6B-63C74B9B7F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39" name="Marcador de texto 14">
            <a:extLst>
              <a:ext uri="{FF2B5EF4-FFF2-40B4-BE49-F238E27FC236}">
                <a16:creationId xmlns:a16="http://schemas.microsoft.com/office/drawing/2014/main" id="{6F9E349F-C81F-154A-B323-DDDB518C6A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6547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40" name="Marcador de texto 14">
            <a:extLst>
              <a:ext uri="{FF2B5EF4-FFF2-40B4-BE49-F238E27FC236}">
                <a16:creationId xmlns:a16="http://schemas.microsoft.com/office/drawing/2014/main" id="{5EA3276C-69B0-2D41-AAC8-55F294FC38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7769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41" name="Marcador de texto 14">
            <a:extLst>
              <a:ext uri="{FF2B5EF4-FFF2-40B4-BE49-F238E27FC236}">
                <a16:creationId xmlns:a16="http://schemas.microsoft.com/office/drawing/2014/main" id="{232F9BB8-BCDA-E749-947B-A8F9878871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8992" y="4939140"/>
            <a:ext cx="2160588" cy="637875"/>
          </a:xfrm>
        </p:spPr>
        <p:txBody>
          <a:bodyPr wrap="square">
            <a:no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Job Title</a:t>
            </a:r>
            <a:endParaRPr lang="es-ES"/>
          </a:p>
        </p:txBody>
      </p:sp>
      <p:sp>
        <p:nvSpPr>
          <p:cNvPr id="42" name="Marcador de texto 11">
            <a:extLst>
              <a:ext uri="{FF2B5EF4-FFF2-40B4-BE49-F238E27FC236}">
                <a16:creationId xmlns:a16="http://schemas.microsoft.com/office/drawing/2014/main" id="{388D44E6-13AE-6A40-8FB1-08D138C31F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662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43" name="Marcador de texto 11">
            <a:extLst>
              <a:ext uri="{FF2B5EF4-FFF2-40B4-BE49-F238E27FC236}">
                <a16:creationId xmlns:a16="http://schemas.microsoft.com/office/drawing/2014/main" id="{B7D73845-4200-7441-921A-95B72AD8A8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1884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44" name="Marcador de texto 11">
            <a:extLst>
              <a:ext uri="{FF2B5EF4-FFF2-40B4-BE49-F238E27FC236}">
                <a16:creationId xmlns:a16="http://schemas.microsoft.com/office/drawing/2014/main" id="{85A33D81-2274-2B4E-AA6A-CDADB93389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3106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sp>
        <p:nvSpPr>
          <p:cNvPr id="45" name="Marcador de texto 11">
            <a:extLst>
              <a:ext uri="{FF2B5EF4-FFF2-40B4-BE49-F238E27FC236}">
                <a16:creationId xmlns:a16="http://schemas.microsoft.com/office/drawing/2014/main" id="{44653EE1-4F0D-1248-A3F6-B0E826FA75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4329" y="4245635"/>
            <a:ext cx="2155252" cy="70530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700"/>
              </a:spcBef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Name</a:t>
            </a:r>
            <a:br>
              <a:rPr lang="es-ES"/>
            </a:br>
            <a:r>
              <a:rPr lang="en" err="1"/>
              <a:t>Surname</a:t>
            </a:r>
            <a:endParaRPr lang="es-E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F0ACC63-7134-7E40-93BD-FFBEB28E39F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44" y="6433137"/>
            <a:ext cx="1043848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14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5938" y="2349500"/>
            <a:ext cx="11160125" cy="3959224"/>
          </a:xfrm>
        </p:spPr>
        <p:txBody>
          <a:bodyPr/>
          <a:lstStyle/>
          <a:p>
            <a:pPr lvl="0"/>
            <a:r>
              <a:rPr lang="en"/>
              <a:t>Object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71C8C16-3DD2-2844-8E50-82F8332E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434" y="1628775"/>
            <a:ext cx="11258627" cy="720725"/>
          </a:xfrm>
        </p:spPr>
        <p:txBody>
          <a:bodyPr/>
          <a:lstStyle>
            <a:lvl1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" err="1"/>
              <a:t>Lorem ipsumm dolor sit amet, consectetur adipiscing elit. Aliquam euismod cursus ipsum. </a:t>
            </a:r>
          </a:p>
        </p:txBody>
      </p:sp>
    </p:spTree>
    <p:extLst>
      <p:ext uri="{BB962C8B-B14F-4D97-AF65-F5344CB8AC3E}">
        <p14:creationId xmlns:p14="http://schemas.microsoft.com/office/powerpoint/2010/main" val="15102604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Interi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5938" y="1449388"/>
            <a:ext cx="11160125" cy="3959224"/>
          </a:xfrm>
        </p:spPr>
        <p:txBody>
          <a:bodyPr anchor="ctr">
            <a:normAutofit/>
          </a:bodyPr>
          <a:lstStyle>
            <a:lvl1pPr algn="ctr">
              <a:defRPr sz="7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/>
              <a:t>"Insert a phrase here </a:t>
            </a:r>
            <a:br>
              <a:rPr lang="es-ES"/>
            </a:br>
            <a:r>
              <a:rPr lang="en"/>
              <a:t>to remember"</a:t>
            </a:r>
          </a:p>
        </p:txBody>
      </p:sp>
      <p:sp>
        <p:nvSpPr>
          <p:cNvPr id="9" name="Marcador de contenido 6">
            <a:extLst>
              <a:ext uri="{FF2B5EF4-FFF2-40B4-BE49-F238E27FC236}">
                <a16:creationId xmlns:a16="http://schemas.microsoft.com/office/drawing/2014/main" id="{8F64FD58-3B71-7549-AEDD-08C69E86DA6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42632" y="4487713"/>
            <a:ext cx="7706735" cy="930130"/>
          </a:xfrm>
        </p:spPr>
        <p:txBody>
          <a:bodyPr anchor="ctr">
            <a:normAutofit/>
          </a:bodyPr>
          <a:lstStyle>
            <a:lvl1pPr algn="ctr"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Author of the sentence</a:t>
            </a:r>
          </a:p>
        </p:txBody>
      </p:sp>
    </p:spTree>
    <p:extLst>
      <p:ext uri="{BB962C8B-B14F-4D97-AF65-F5344CB8AC3E}">
        <p14:creationId xmlns:p14="http://schemas.microsoft.com/office/powerpoint/2010/main" val="506111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Interior 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5938" y="1449388"/>
            <a:ext cx="11160125" cy="3959224"/>
          </a:xfrm>
        </p:spPr>
        <p:txBody>
          <a:bodyPr anchor="ctr">
            <a:normAutofit/>
          </a:bodyPr>
          <a:lstStyle>
            <a:lvl1pPr algn="ctr"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"Insert a phrase here </a:t>
            </a:r>
            <a:br>
              <a:rPr lang="es-ES"/>
            </a:br>
            <a:r>
              <a:rPr lang="en"/>
              <a:t>to remember"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A658CB81-82E6-9940-B223-8B223817FF0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42632" y="4487713"/>
            <a:ext cx="7706735" cy="930130"/>
          </a:xfrm>
        </p:spPr>
        <p:txBody>
          <a:bodyPr anchor="ctr">
            <a:normAutofit/>
          </a:bodyPr>
          <a:lstStyle>
            <a:lvl1pPr algn="ctr"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Author of the sentence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9F10B0A-3C1C-D047-BA6F-8F6B9A68B2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44" y="6433137"/>
            <a:ext cx="1043848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92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Interior Cifra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9456C76-22B2-A74C-878E-9F6A6BB8A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551" y="1745319"/>
            <a:ext cx="3704934" cy="962955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Increased sales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3DA4AD73-8EBC-0845-AA40-1DC1FB657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4970" y="1745320"/>
            <a:ext cx="7542068" cy="3433960"/>
          </a:xfrm>
        </p:spPr>
        <p:txBody>
          <a:bodyPr/>
          <a:lstStyle>
            <a:lvl1pPr marL="0" indent="0">
              <a:buNone/>
              <a:defRPr sz="18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+123%</a:t>
            </a:r>
            <a:br>
              <a:rPr lang="es-ES"/>
            </a:br>
            <a:r>
              <a:rPr lang="en"/>
              <a:t>	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C602166-A419-0647-ADB2-6A308DF280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44" y="6433137"/>
            <a:ext cx="1043848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80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Interior Cifra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9456C76-22B2-A74C-878E-9F6A6BB8A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551" y="1745319"/>
            <a:ext cx="3704934" cy="962955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Increased sales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3DA4AD73-8EBC-0845-AA40-1DC1FB657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4970" y="1745320"/>
            <a:ext cx="7542068" cy="3433960"/>
          </a:xfrm>
        </p:spPr>
        <p:txBody>
          <a:bodyPr/>
          <a:lstStyle>
            <a:lvl1pPr marL="0" indent="0">
              <a:buNone/>
              <a:defRPr sz="18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"/>
              <a:t>+123%</a:t>
            </a:r>
            <a:br>
              <a:rPr lang="es-ES"/>
            </a:br>
            <a:r>
              <a:rPr lang="en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8611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Interior Cifras Comparativ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D79B6336-6A78-0243-88BC-2CE7E40C8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048" y="3244306"/>
            <a:ext cx="3704934" cy="365125"/>
          </a:xfrm>
        </p:spPr>
        <p:txBody>
          <a:bodyPr/>
          <a:lstStyle>
            <a:lvl1pPr marL="0" indent="0">
              <a:buNone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Value 1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2502DF25-C92B-3743-BFEF-DF2E089654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741" y="1745320"/>
            <a:ext cx="5382764" cy="1467551"/>
          </a:xfrm>
        </p:spPr>
        <p:txBody>
          <a:bodyPr/>
          <a:lstStyle>
            <a:lvl1pPr marL="0" indent="0">
              <a:buNone/>
              <a:defRPr sz="1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"/>
              <a:t>123%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956FCFF6-B896-DE4E-A627-82386622BD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7393" y="1745320"/>
            <a:ext cx="5382764" cy="1467551"/>
          </a:xfrm>
        </p:spPr>
        <p:txBody>
          <a:bodyPr>
            <a:noAutofit/>
          </a:bodyPr>
          <a:lstStyle>
            <a:lvl1pPr marL="0" indent="0">
              <a:buNone/>
              <a:defRPr sz="1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"/>
              <a:t>114%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10479486-D817-1F49-A824-F4B1B4FDF0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1143" y="3244306"/>
            <a:ext cx="3704934" cy="365125"/>
          </a:xfrm>
        </p:spPr>
        <p:txBody>
          <a:bodyPr/>
          <a:lstStyle>
            <a:lvl1pPr marL="0" indent="0">
              <a:buNone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Value 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E94E3EC7-49BF-8A4B-9BCB-8A02786B15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B2A20367-67FD-8241-A93C-0AAEC4FD23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</p:spTree>
    <p:extLst>
      <p:ext uri="{BB962C8B-B14F-4D97-AF65-F5344CB8AC3E}">
        <p14:creationId xmlns:p14="http://schemas.microsoft.com/office/powerpoint/2010/main" val="2975771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Interior Cifras Comparativ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9456C76-22B2-A74C-878E-9F6A6BB8A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048" y="3244306"/>
            <a:ext cx="3704934" cy="365125"/>
          </a:xfrm>
        </p:spPr>
        <p:txBody>
          <a:bodyPr/>
          <a:lstStyle>
            <a:lvl1pPr marL="0" indent="0">
              <a:buNone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Value 1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3DA4AD73-8EBC-0845-AA40-1DC1FB657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741" y="1745320"/>
            <a:ext cx="5382764" cy="1467551"/>
          </a:xfrm>
        </p:spPr>
        <p:txBody>
          <a:bodyPr/>
          <a:lstStyle>
            <a:lvl1pPr marL="0" indent="0">
              <a:buNone/>
              <a:defRPr sz="1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"/>
              <a:t>123%</a:t>
            </a:r>
          </a:p>
        </p:txBody>
      </p:sp>
      <p:sp>
        <p:nvSpPr>
          <p:cNvPr id="7" name="Marcador de texto 14">
            <a:extLst>
              <a:ext uri="{FF2B5EF4-FFF2-40B4-BE49-F238E27FC236}">
                <a16:creationId xmlns:a16="http://schemas.microsoft.com/office/drawing/2014/main" id="{D07CC79F-0A9F-184D-AF94-6FC92E1341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7393" y="1745320"/>
            <a:ext cx="5382764" cy="1467551"/>
          </a:xfrm>
        </p:spPr>
        <p:txBody>
          <a:bodyPr>
            <a:noAutofit/>
          </a:bodyPr>
          <a:lstStyle>
            <a:lvl1pPr marL="0" indent="0">
              <a:buNone/>
              <a:defRPr sz="1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"/>
              <a:t>114%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E15C2393-1803-2E43-9E19-5580DC14BF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1143" y="3244306"/>
            <a:ext cx="3704934" cy="365125"/>
          </a:xfrm>
        </p:spPr>
        <p:txBody>
          <a:bodyPr/>
          <a:lstStyle>
            <a:lvl1pPr marL="0" indent="0">
              <a:buNone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Value 2</a:t>
            </a:r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58285D08-F6C9-ED4D-98B1-7B64788DF3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048" y="5402953"/>
            <a:ext cx="3704934" cy="365125"/>
          </a:xfrm>
        </p:spPr>
        <p:txBody>
          <a:bodyPr/>
          <a:lstStyle>
            <a:lvl1pPr marL="0" indent="0">
              <a:buNone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Value 3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B842393F-36BF-FE44-9E4F-38A910823B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741" y="3923036"/>
            <a:ext cx="5382764" cy="1467551"/>
          </a:xfrm>
        </p:spPr>
        <p:txBody>
          <a:bodyPr/>
          <a:lstStyle>
            <a:lvl1pPr marL="0" indent="0">
              <a:buNone/>
              <a:defRPr sz="120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"/>
              <a:t>123%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B0BCDA13-C1BC-EF4A-8643-7BCAF7452B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7393" y="3923036"/>
            <a:ext cx="5382764" cy="1467551"/>
          </a:xfrm>
        </p:spPr>
        <p:txBody>
          <a:bodyPr>
            <a:noAutofit/>
          </a:bodyPr>
          <a:lstStyle>
            <a:lvl1pPr marL="0" indent="0">
              <a:buNone/>
              <a:defRPr sz="1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114%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9810D972-2029-5F45-B627-32F9CA322E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1143" y="5402953"/>
            <a:ext cx="3704934" cy="365125"/>
          </a:xfrm>
        </p:spPr>
        <p:txBody>
          <a:bodyPr/>
          <a:lstStyle>
            <a:lvl1pPr marL="0" indent="0">
              <a:buNone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"/>
              <a:t>Value 4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8B53299-B0A8-564F-8E89-642D30DB8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8C16F6EC-ED17-EC40-B6C8-9797AFB8A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</p:spTree>
    <p:extLst>
      <p:ext uri="{BB962C8B-B14F-4D97-AF65-F5344CB8AC3E}">
        <p14:creationId xmlns:p14="http://schemas.microsoft.com/office/powerpoint/2010/main" val="1310664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Interior Cifras Comparativ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ED5AB91-3D4E-154E-AFA5-85CA329D9754}"/>
              </a:ext>
            </a:extLst>
          </p:cNvPr>
          <p:cNvGrpSpPr/>
          <p:nvPr userDrawn="1"/>
        </p:nvGrpSpPr>
        <p:grpSpPr>
          <a:xfrm>
            <a:off x="515937" y="1628775"/>
            <a:ext cx="11151322" cy="4321175"/>
            <a:chOff x="515937" y="1628775"/>
            <a:chExt cx="10577180" cy="432117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691D404-60F3-9B4C-9D73-F2133FF63038}"/>
                </a:ext>
              </a:extLst>
            </p:cNvPr>
            <p:cNvSpPr/>
            <p:nvPr userDrawn="1"/>
          </p:nvSpPr>
          <p:spPr>
            <a:xfrm>
              <a:off x="515937" y="1628775"/>
              <a:ext cx="2516021" cy="4321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0" i="0">
                <a:latin typeface="Telefonica Sans" panose="02000003020000060003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3317DB-94D3-5342-9F07-A58E5D61B63D}"/>
                </a:ext>
              </a:extLst>
            </p:cNvPr>
            <p:cNvSpPr/>
            <p:nvPr userDrawn="1"/>
          </p:nvSpPr>
          <p:spPr>
            <a:xfrm>
              <a:off x="3211011" y="1628775"/>
              <a:ext cx="2516021" cy="43211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0" i="0">
                <a:latin typeface="Telefonica Sans" panose="02000003020000060003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B6D347-4296-2942-808B-6B9A10D6709B}"/>
                </a:ext>
              </a:extLst>
            </p:cNvPr>
            <p:cNvSpPr/>
            <p:nvPr userDrawn="1"/>
          </p:nvSpPr>
          <p:spPr>
            <a:xfrm>
              <a:off x="5882022" y="1628775"/>
              <a:ext cx="2516021" cy="43211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0" i="0">
                <a:latin typeface="Telefonica Sans" panose="02000003020000060003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2B1A72-915B-9D44-A917-B391D7653EC1}"/>
                </a:ext>
              </a:extLst>
            </p:cNvPr>
            <p:cNvSpPr/>
            <p:nvPr userDrawn="1"/>
          </p:nvSpPr>
          <p:spPr>
            <a:xfrm>
              <a:off x="8577096" y="1628775"/>
              <a:ext cx="2516021" cy="43211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0" i="0">
                <a:latin typeface="Telefonica Sans" panose="02000003020000060003" pitchFamily="2" charset="0"/>
              </a:endParaRPr>
            </a:p>
          </p:txBody>
        </p:sp>
      </p:grp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9456C76-22B2-A74C-878E-9F6A6BB8A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6" y="2790399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Value 1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3DA4AD73-8EBC-0845-AA40-1DC1FB657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3944" y="3155524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4DBB2FD-8D2E-434A-93FC-A2860E96E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48AAB04D-42BF-DC42-85CE-FD3D9C3853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25" name="Marcador de texto 12">
            <a:extLst>
              <a:ext uri="{FF2B5EF4-FFF2-40B4-BE49-F238E27FC236}">
                <a16:creationId xmlns:a16="http://schemas.microsoft.com/office/drawing/2014/main" id="{28956033-C0C7-DD4C-8579-652293F7AA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5389" y="2790399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Value 2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89646701-691E-594B-9CA8-2C3BB51089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97" y="3155524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27" name="Marcador de texto 12">
            <a:extLst>
              <a:ext uri="{FF2B5EF4-FFF2-40B4-BE49-F238E27FC236}">
                <a16:creationId xmlns:a16="http://schemas.microsoft.com/office/drawing/2014/main" id="{1EC50B5D-B621-184E-9FB1-FC4C5DE475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6716" y="2790399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Value 3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FE55AEE3-A6B8-4C48-A792-666D3BACB4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24724" y="3155524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29" name="Marcador de texto 12">
            <a:extLst>
              <a:ext uri="{FF2B5EF4-FFF2-40B4-BE49-F238E27FC236}">
                <a16:creationId xmlns:a16="http://schemas.microsoft.com/office/drawing/2014/main" id="{E7B998E0-6B80-F64E-80A3-2F43CA93C5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10232" y="2790399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Value 4</a:t>
            </a:r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97F3425A-1656-B341-A8DE-550185BE8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88240" y="3155524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8681127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Interior Cifras Comparativ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BA053DB-C6EA-5541-BC2D-8240FD5B7C03}"/>
              </a:ext>
            </a:extLst>
          </p:cNvPr>
          <p:cNvGrpSpPr/>
          <p:nvPr userDrawn="1"/>
        </p:nvGrpSpPr>
        <p:grpSpPr>
          <a:xfrm>
            <a:off x="515937" y="1628775"/>
            <a:ext cx="11151322" cy="4321175"/>
            <a:chOff x="515937" y="1628775"/>
            <a:chExt cx="11151322" cy="89172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ED5AB91-3D4E-154E-AFA5-85CA329D9754}"/>
                </a:ext>
              </a:extLst>
            </p:cNvPr>
            <p:cNvGrpSpPr/>
            <p:nvPr userDrawn="1"/>
          </p:nvGrpSpPr>
          <p:grpSpPr>
            <a:xfrm>
              <a:off x="515937" y="1628775"/>
              <a:ext cx="11151322" cy="4321175"/>
              <a:chOff x="515937" y="1628775"/>
              <a:chExt cx="10577180" cy="4321175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91D404-60F3-9B4C-9D73-F2133FF63038}"/>
                  </a:ext>
                </a:extLst>
              </p:cNvPr>
              <p:cNvSpPr/>
              <p:nvPr userDrawn="1"/>
            </p:nvSpPr>
            <p:spPr>
              <a:xfrm>
                <a:off x="515937" y="1628775"/>
                <a:ext cx="2516021" cy="43211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13317DB-94D3-5342-9F07-A58E5D61B63D}"/>
                  </a:ext>
                </a:extLst>
              </p:cNvPr>
              <p:cNvSpPr/>
              <p:nvPr userDrawn="1"/>
            </p:nvSpPr>
            <p:spPr>
              <a:xfrm>
                <a:off x="3211011" y="1628775"/>
                <a:ext cx="2516021" cy="43211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B6D347-4296-2942-808B-6B9A10D6709B}"/>
                  </a:ext>
                </a:extLst>
              </p:cNvPr>
              <p:cNvSpPr/>
              <p:nvPr userDrawn="1"/>
            </p:nvSpPr>
            <p:spPr>
              <a:xfrm>
                <a:off x="5882022" y="1628775"/>
                <a:ext cx="2516021" cy="432117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12B1A72-915B-9D44-A917-B391D7653EC1}"/>
                  </a:ext>
                </a:extLst>
              </p:cNvPr>
              <p:cNvSpPr/>
              <p:nvPr userDrawn="1"/>
            </p:nvSpPr>
            <p:spPr>
              <a:xfrm>
                <a:off x="8577096" y="1628775"/>
                <a:ext cx="2516021" cy="4321175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F38C360-BE86-8749-972D-DC2E5711DBA6}"/>
                </a:ext>
              </a:extLst>
            </p:cNvPr>
            <p:cNvGrpSpPr/>
            <p:nvPr userDrawn="1"/>
          </p:nvGrpSpPr>
          <p:grpSpPr>
            <a:xfrm>
              <a:off x="515937" y="6224838"/>
              <a:ext cx="11151322" cy="4321175"/>
              <a:chOff x="515937" y="1628775"/>
              <a:chExt cx="10577180" cy="432117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BDD888C-0A16-7341-963A-3A4A53A6C13D}"/>
                  </a:ext>
                </a:extLst>
              </p:cNvPr>
              <p:cNvSpPr/>
              <p:nvPr userDrawn="1"/>
            </p:nvSpPr>
            <p:spPr>
              <a:xfrm>
                <a:off x="515937" y="1628775"/>
                <a:ext cx="2516021" cy="43211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365EF9E-7EB4-C741-8861-666F57BA7FFB}"/>
                  </a:ext>
                </a:extLst>
              </p:cNvPr>
              <p:cNvSpPr/>
              <p:nvPr userDrawn="1"/>
            </p:nvSpPr>
            <p:spPr>
              <a:xfrm>
                <a:off x="3211011" y="1628775"/>
                <a:ext cx="2516021" cy="43211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49171E3-ED97-5343-912F-E30C59F88EEB}"/>
                  </a:ext>
                </a:extLst>
              </p:cNvPr>
              <p:cNvSpPr/>
              <p:nvPr userDrawn="1"/>
            </p:nvSpPr>
            <p:spPr>
              <a:xfrm>
                <a:off x="5882022" y="1628775"/>
                <a:ext cx="2516021" cy="432117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3B5A1A4-82F7-4545-A06F-9659A81D3302}"/>
                  </a:ext>
                </a:extLst>
              </p:cNvPr>
              <p:cNvSpPr/>
              <p:nvPr userDrawn="1"/>
            </p:nvSpPr>
            <p:spPr>
              <a:xfrm>
                <a:off x="8577096" y="1628775"/>
                <a:ext cx="2516021" cy="432117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0" i="0">
                  <a:latin typeface="Telefonica Sans" panose="02000003020000060003" pitchFamily="2" charset="0"/>
                </a:endParaRPr>
              </a:p>
            </p:txBody>
          </p:sp>
        </p:grpSp>
      </p:grp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9456C76-22B2-A74C-878E-9F6A6BB8A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6" y="20255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2020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3DA4AD73-8EBC-0845-AA40-1DC1FB657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3944" y="23906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4DBB2FD-8D2E-434A-93FC-A2860E96E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48AAB04D-42BF-DC42-85CE-FD3D9C3853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25" name="Marcador de texto 12">
            <a:extLst>
              <a:ext uri="{FF2B5EF4-FFF2-40B4-BE49-F238E27FC236}">
                <a16:creationId xmlns:a16="http://schemas.microsoft.com/office/drawing/2014/main" id="{28956033-C0C7-DD4C-8579-652293F7AA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5389" y="20255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2020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89646701-691E-594B-9CA8-2C3BB51089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97" y="23906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27" name="Marcador de texto 12">
            <a:extLst>
              <a:ext uri="{FF2B5EF4-FFF2-40B4-BE49-F238E27FC236}">
                <a16:creationId xmlns:a16="http://schemas.microsoft.com/office/drawing/2014/main" id="{1EC50B5D-B621-184E-9FB1-FC4C5DE475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6716" y="20255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2020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FE55AEE3-A6B8-4C48-A792-666D3BACB4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24724" y="23906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29" name="Marcador de texto 12">
            <a:extLst>
              <a:ext uri="{FF2B5EF4-FFF2-40B4-BE49-F238E27FC236}">
                <a16:creationId xmlns:a16="http://schemas.microsoft.com/office/drawing/2014/main" id="{E7B998E0-6B80-F64E-80A3-2F43CA93C5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10232" y="20255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2020</a:t>
            </a:r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97F3425A-1656-B341-A8DE-550185BE8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88240" y="23906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34" name="Marcador de texto 12">
            <a:extLst>
              <a:ext uri="{FF2B5EF4-FFF2-40B4-BE49-F238E27FC236}">
                <a16:creationId xmlns:a16="http://schemas.microsoft.com/office/drawing/2014/main" id="{C1B8E7DC-1D1B-1644-A8AE-2ACECEB3EC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936" y="41591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2021</a:t>
            </a:r>
          </a:p>
        </p:txBody>
      </p:sp>
      <p:sp>
        <p:nvSpPr>
          <p:cNvPr id="35" name="Marcador de texto 14">
            <a:extLst>
              <a:ext uri="{FF2B5EF4-FFF2-40B4-BE49-F238E27FC236}">
                <a16:creationId xmlns:a16="http://schemas.microsoft.com/office/drawing/2014/main" id="{B68441EE-4400-6A4B-B8F9-870EA36324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944" y="45242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36" name="Marcador de texto 12">
            <a:extLst>
              <a:ext uri="{FF2B5EF4-FFF2-40B4-BE49-F238E27FC236}">
                <a16:creationId xmlns:a16="http://schemas.microsoft.com/office/drawing/2014/main" id="{BBD246EB-E684-1D4F-9A63-799BD30D23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5389" y="41591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2021</a:t>
            </a:r>
          </a:p>
        </p:txBody>
      </p:sp>
      <p:sp>
        <p:nvSpPr>
          <p:cNvPr id="37" name="Marcador de texto 14">
            <a:extLst>
              <a:ext uri="{FF2B5EF4-FFF2-40B4-BE49-F238E27FC236}">
                <a16:creationId xmlns:a16="http://schemas.microsoft.com/office/drawing/2014/main" id="{F4A80A39-59EA-8340-A7CE-9B6E94F0F0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33397" y="45242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DA13262A-221F-BA4B-A52C-90FA616484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46716" y="41591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2021</a:t>
            </a:r>
          </a:p>
        </p:txBody>
      </p:sp>
      <p:sp>
        <p:nvSpPr>
          <p:cNvPr id="39" name="Marcador de texto 14">
            <a:extLst>
              <a:ext uri="{FF2B5EF4-FFF2-40B4-BE49-F238E27FC236}">
                <a16:creationId xmlns:a16="http://schemas.microsoft.com/office/drawing/2014/main" id="{08C219B6-6F27-CA4B-986F-08B0D77D03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724" y="45242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  <p:sp>
        <p:nvSpPr>
          <p:cNvPr id="40" name="Marcador de texto 12">
            <a:extLst>
              <a:ext uri="{FF2B5EF4-FFF2-40B4-BE49-F238E27FC236}">
                <a16:creationId xmlns:a16="http://schemas.microsoft.com/office/drawing/2014/main" id="{EA0EDDBC-D9DD-4545-8DF4-57B72F6C68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10232" y="4159130"/>
            <a:ext cx="2677964" cy="365125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2021</a:t>
            </a:r>
          </a:p>
        </p:txBody>
      </p:sp>
      <p:sp>
        <p:nvSpPr>
          <p:cNvPr id="41" name="Marcador de texto 14">
            <a:extLst>
              <a:ext uri="{FF2B5EF4-FFF2-40B4-BE49-F238E27FC236}">
                <a16:creationId xmlns:a16="http://schemas.microsoft.com/office/drawing/2014/main" id="{03E92C5E-152C-8D4F-9B0E-1C0D56836A6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88240" y="4524255"/>
            <a:ext cx="2699956" cy="994201"/>
          </a:xfrm>
        </p:spPr>
        <p:txBody>
          <a:bodyPr>
            <a:normAutofit/>
          </a:bodyPr>
          <a:lstStyle>
            <a:lvl1pPr marL="0" indent="0" algn="ctr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2443418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3B45862-9E43-9940-8549-F0AC9E09F87A}"/>
              </a:ext>
            </a:extLst>
          </p:cNvPr>
          <p:cNvSpPr/>
          <p:nvPr userDrawn="1"/>
        </p:nvSpPr>
        <p:spPr>
          <a:xfrm>
            <a:off x="0" y="2994668"/>
            <a:ext cx="12192000" cy="3863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>
              <a:latin typeface="Telefonica Sans" panose="02000003020000060003" pitchFamily="2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5938" y="2349500"/>
            <a:ext cx="11160125" cy="3959224"/>
          </a:xfrm>
        </p:spPr>
        <p:txBody>
          <a:bodyPr/>
          <a:lstStyle/>
          <a:p>
            <a:pPr lvl="0"/>
            <a:r>
              <a:rPr lang="en"/>
              <a:t>Object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71C8C16-3DD2-2844-8E50-82F8332E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434" y="1628775"/>
            <a:ext cx="11258627" cy="720725"/>
          </a:xfrm>
        </p:spPr>
        <p:txBody>
          <a:bodyPr/>
          <a:lstStyle>
            <a:lvl1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" err="1"/>
              <a:t>Lorem ipsumm dolor sit amet, consectetur adipiscing elit. Aliquam euismod cursus ipsum.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6DE6605-6ECB-0244-892D-E5ED93F1750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44" y="6433137"/>
            <a:ext cx="1043848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777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305" y="624929"/>
            <a:ext cx="11260757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305" y="366676"/>
            <a:ext cx="11260757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6388" y="1632375"/>
            <a:ext cx="5040313" cy="2156988"/>
          </a:xfrm>
        </p:spPr>
        <p:txBody>
          <a:bodyPr/>
          <a:lstStyle/>
          <a:p>
            <a:pPr lvl="0"/>
            <a:r>
              <a:rPr lang="en"/>
              <a:t>Object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3585285-DB0A-D049-AE19-C579B133D4D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5158" y="3874851"/>
            <a:ext cx="5031542" cy="2433874"/>
          </a:xfrm>
        </p:spPr>
        <p:txBody>
          <a:bodyPr/>
          <a:lstStyle/>
          <a:p>
            <a:pPr lvl="0"/>
            <a:r>
              <a:rPr lang="en"/>
              <a:t>Object</a:t>
            </a:r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1AEDF02D-D8D9-0047-A619-24D0065C67E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35638" y="1634623"/>
            <a:ext cx="5940425" cy="4674102"/>
          </a:xfrm>
        </p:spPr>
        <p:txBody>
          <a:bodyPr/>
          <a:lstStyle/>
          <a:p>
            <a:pPr lvl="0"/>
            <a:r>
              <a:rPr lang="en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26145754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307" y="624929"/>
            <a:ext cx="3701531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307" y="366676"/>
            <a:ext cx="3701531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1AEDF02D-D8D9-0047-A619-24D0065C67E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95776" y="366676"/>
            <a:ext cx="7380288" cy="5942049"/>
          </a:xfrm>
        </p:spPr>
        <p:txBody>
          <a:bodyPr/>
          <a:lstStyle/>
          <a:p>
            <a:pPr lvl="0"/>
            <a:r>
              <a:rPr lang="en"/>
              <a:t>Object</a:t>
            </a:r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0219CFF6-032A-B24B-AD2A-9A4901E34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905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3EB82D3A-BC4F-5644-800A-065972C44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904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 Aliquam euismod cursus ipsum. Hasellus erat metus, faucibus quis interdum id, viverra nec enim:</a:t>
            </a:r>
          </a:p>
          <a:p>
            <a:pPr lvl="0"/>
            <a:r>
              <a:rPr lang="en"/>
              <a:t>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632688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305" y="624929"/>
            <a:ext cx="11261549" cy="796466"/>
          </a:xfrm>
        </p:spPr>
        <p:txBody>
          <a:bodyPr/>
          <a:lstStyle/>
          <a:p>
            <a:r>
              <a:rPr lang="en" err="1"/>
              <a:t>Insert Title Here</a:t>
            </a:r>
            <a:br>
              <a:rPr lang="es-ES"/>
            </a:br>
            <a:r>
              <a:rPr lang="en"/>
              <a:t>Max 2 lines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1AEDF02D-D8D9-0047-A619-24D0065C67E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15144" y="1554855"/>
            <a:ext cx="7561262" cy="4673135"/>
          </a:xfrm>
        </p:spPr>
        <p:txBody>
          <a:bodyPr/>
          <a:lstStyle/>
          <a:p>
            <a:pPr lvl="0"/>
            <a:r>
              <a:rPr lang="en"/>
              <a:t>Object</a:t>
            </a:r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0219CFF6-032A-B24B-AD2A-9A4901E34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07199" y="1561007"/>
            <a:ext cx="3569657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" err="1"/>
              <a:t>Body subhead (second level text)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3EB82D3A-BC4F-5644-800A-065972C44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07198" y="2277167"/>
            <a:ext cx="3569657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" err="1"/>
              <a:t>Lorem ipsum dolor sit amet, consectetur adipiscing elit. Aliquam euismod cursus ipsum. Hasellus erat metus, faucibus quis interdum id, viverra nec enim:</a:t>
            </a:r>
          </a:p>
          <a:p>
            <a:pPr lvl="0"/>
            <a:r>
              <a:rPr lang="en"/>
              <a:t>        • Insert text here</a:t>
            </a:r>
            <a:br>
              <a:rPr lang="es-ES"/>
            </a:br>
            <a:r>
              <a:rPr lang="en"/>
              <a:t>                 • Insert text here</a:t>
            </a:r>
            <a:br>
              <a:rPr lang="es-ES"/>
            </a:br>
            <a:r>
              <a:rPr lang="en"/>
              <a:t>	</a:t>
            </a:r>
          </a:p>
        </p:txBody>
      </p:sp>
      <p:sp>
        <p:nvSpPr>
          <p:cNvPr id="11" name="Marcador de texto 18">
            <a:extLst>
              <a:ext uri="{FF2B5EF4-FFF2-40B4-BE49-F238E27FC236}">
                <a16:creationId xmlns:a16="http://schemas.microsoft.com/office/drawing/2014/main" id="{C96C1A6C-E638-5E4F-9347-FEB4C0A947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307" y="366676"/>
            <a:ext cx="3701531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n"/>
              <a:t>INSERT SUBHEADING</a:t>
            </a:r>
          </a:p>
        </p:txBody>
      </p:sp>
    </p:spTree>
    <p:extLst>
      <p:ext uri="{BB962C8B-B14F-4D97-AF65-F5344CB8AC3E}">
        <p14:creationId xmlns:p14="http://schemas.microsoft.com/office/powerpoint/2010/main" val="341003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75C479F1-AE37-4C29-8A1A-C8AFE096EB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03782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73" imgH="473" progId="TCLayout.ActiveDocument.1">
                  <p:embed/>
                </p:oleObj>
              </mc:Choice>
              <mc:Fallback>
                <p:oleObj name="Diapositiva de think-cell" r:id="rId3" imgW="473" imgH="473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75C479F1-AE37-4C29-8A1A-C8AFE096EB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B864F604-951D-5548-BF47-1B7A87864DF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-490" y="0"/>
            <a:ext cx="12192489" cy="72000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 rtl="0">
              <a:buNone/>
              <a:defRPr lang="es-ES" sz="4000" dirty="0">
                <a:solidFill>
                  <a:schemeClr val="tx2"/>
                </a:solidFill>
                <a:latin typeface="Telefonica" panose="00000500000000000000"/>
              </a:defRPr>
            </a:lvl1pPr>
          </a:lstStyle>
          <a:p>
            <a:pPr marL="0" lvl="0" algn="ctr" defTabSz="914363" eaLnBrk="1" latinLnBrk="0" hangingPunct="1"/>
            <a:r>
              <a:rPr lang="en"/>
              <a:t>Click to modify the text style of the pattern</a:t>
            </a:r>
          </a:p>
        </p:txBody>
      </p:sp>
    </p:spTree>
    <p:extLst>
      <p:ext uri="{BB962C8B-B14F-4D97-AF65-F5344CB8AC3E}">
        <p14:creationId xmlns:p14="http://schemas.microsoft.com/office/powerpoint/2010/main" val="1998018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ndo_Azul_Titular_Blan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2195D40-7462-8542-A18D-550DE9C8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2" y="2574617"/>
            <a:ext cx="9492761" cy="1325563"/>
          </a:xfrm>
          <a:noFill/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"/>
              <a:t>Click to modify the title style of the pattern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2B20351-182C-9541-9E5C-E0CD514943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016" y="4197813"/>
            <a:ext cx="9474494" cy="108743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"/>
              <a:t>Click to modify the text styles of the pattern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84E505C5-B265-D14E-8273-EC09854089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2700" y="5949950"/>
            <a:ext cx="9492760" cy="361460"/>
          </a:xfrm>
        </p:spPr>
        <p:txBody>
          <a:bodyPr anchor="b">
            <a:normAutofit/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" err="1"/>
              <a:t>dd/mm/yy – Unit name</a:t>
            </a:r>
          </a:p>
        </p:txBody>
      </p:sp>
      <p:pic>
        <p:nvPicPr>
          <p:cNvPr id="2" name="Imagen 1" descr="Image containing Text&#10;&#10;Auto-generated description">
            <a:extLst>
              <a:ext uri="{FF2B5EF4-FFF2-40B4-BE49-F238E27FC236}">
                <a16:creationId xmlns:a16="http://schemas.microsoft.com/office/drawing/2014/main" id="{31961FCF-1888-7DB7-52E5-0649B6CADE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432000"/>
            <a:ext cx="2171075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43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ndo_Azul_Logo_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00DCAC73-46A0-4F44-878E-B326B1156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2349500"/>
            <a:ext cx="2158999" cy="2159000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7028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F71B-FE90-1647-237E-50A67571B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A7B29-53FA-4C02-711A-CC6BAD01E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CD34A-8F55-E8CD-A614-C657D3B8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2C738-D16F-1719-3FBF-BA6255CB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1B00-6B89-D655-DB7F-2A47C2D2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47030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66AF-0EB4-265A-2AC0-A9821B73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B0F06-94F6-D30A-F1C9-69C34229B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6F682-9EC2-8124-E44A-2C2C8B2F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75B98-0EBE-6196-7BCE-2A73A0BF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D108-3024-7241-73CD-7C3A95D5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0732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46A8-FD54-2F38-F1BE-74BA823D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7E5E4-91AE-38B8-AC30-78657D71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DE2AB-1A72-0BBD-A769-F2CD7E00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F25B-2ABF-BA07-A967-34711A31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02D4-6146-3A18-BEAE-78C945B4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32259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77CD-7A7F-7066-7B45-3DDABF47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4D639-BE3A-7696-09DE-8CC0DDC15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2C31E-CAD2-0822-BA75-DF296FF2A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E49F7-6B34-A4D1-0B69-2A91590D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DFA04-D844-20EC-1FBA-3DB4ADE3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3AA0F-7581-7B20-8B1E-8DD6DA09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1366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DC23-EC64-F060-80CA-3310B858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8A8EC-1BC9-AEF6-829A-0FC63DCF6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90F9A-F42A-92D6-0308-90AE50FA9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712B2-EE44-00C6-B7EB-5B6BAFD96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C0527E-DC7F-9D70-4C85-D57E27343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89825-7D6B-16B8-1C98-B2D1C616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7F0E50-2E06-004C-3E83-DFE54966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B8A41-0375-4F89-2AA3-7F5B61E1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55878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D36C-F0B9-9352-B630-2D4F30D9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498B3-39D6-353B-C18F-327D3EE1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87D02-7B84-FC3D-6A17-B1136444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2BD11-4673-B3BC-BC16-38AEFC3A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6362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975F24-CCA0-2F71-4534-FB30C6AD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CA155-34B7-B1BB-8672-A52F5B22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5EB0C-4746-C148-66D6-DF9B32C6E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7968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1E4A-994B-D08D-C5C0-3344E4D8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F9344-3193-DB3C-E8A1-7A68FB328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AC4EE-2938-79A9-9610-E0E7F4949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4343E-CF14-3CCF-6757-765E166E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B3A35-68E4-761C-EC00-643E36B3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25927-6505-22AA-744D-5F116891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44192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77CE-AEF8-BE9A-6347-4E609429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40F18E-9DA5-9BE4-F0EA-F2E25C990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D71EE-1F2D-20EB-E431-2FF9D95C2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FBAD6-CEFD-F3C2-40F1-109BA0EA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8EB79-1F93-25E2-D7CC-A4EDC22D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726D2-7084-BB79-9DF7-4896A299A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5506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80BF-E372-493D-ADC3-6269A980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FCA4D-BA6D-9B9D-8A35-76208691B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2E67-7FFB-E55C-8DD4-5CA7BD52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2DF50-6790-84FD-059C-B07B5C56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5CF8-06B5-8672-8DAB-2FBE101F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0123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19014-310D-ED99-9C36-75BC63815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14C06-06FF-C020-C84E-52BDFC5CA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5C7A8-6D1A-A827-81CC-B3C5F6404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C8BE5-D038-619A-B19E-59F69407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1A264-30D9-AB7D-F0FE-971EB913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650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71A4A-96CD-EE4C-B92F-17A6671C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34" y="624928"/>
            <a:ext cx="2774901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"/>
              <a:t>Click to modify the title style of the pattern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91EEF-A675-614A-9540-A1E4F13D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659" y="3389715"/>
            <a:ext cx="10515600" cy="2180575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lvl="0"/>
            <a:r>
              <a:rPr lang="en"/>
              <a:t>Click to modify the text styles of the pattern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698C4985-D042-A04D-9E87-4E855F336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41" y="63572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</a:defRPr>
            </a:lvl1pPr>
          </a:lstStyle>
          <a:p>
            <a:fld id="{E7EBEDA2-51E6-554C-A63C-E820F6D0080D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4CB040-4AF5-5449-9507-93366704EE1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93944" y="6433137"/>
            <a:ext cx="1043848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4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chemeClr val="tx2"/>
          </a:solidFill>
          <a:latin typeface="Telefonica Sans" panose="02000003020000060003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500" b="0" i="0" kern="1200" baseline="0">
          <a:solidFill>
            <a:schemeClr val="tx1"/>
          </a:solidFill>
          <a:latin typeface="Telefonica Sans" panose="02000003020000060003" pitchFamily="2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500" b="0" i="0" kern="1200" baseline="0">
          <a:solidFill>
            <a:schemeClr val="tx1"/>
          </a:solidFill>
          <a:latin typeface="Telefonica Sans" panose="02000003020000060003" pitchFamily="2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500" b="0" i="0" kern="1200" baseline="0">
          <a:solidFill>
            <a:schemeClr val="tx1"/>
          </a:solidFill>
          <a:latin typeface="Telefonica Sans" panose="02000003020000060003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500" b="0" i="0" kern="1200" baseline="0">
          <a:solidFill>
            <a:schemeClr val="tx1"/>
          </a:solidFill>
          <a:latin typeface="Telefonica Sans" panose="02000003020000060003" pitchFamily="2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500" b="0" i="0" kern="1200" baseline="0">
          <a:solidFill>
            <a:schemeClr val="tx1"/>
          </a:solidFill>
          <a:latin typeface="Telefonica Sans" panose="0200000302000006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7" pos="3840">
          <p15:clr>
            <a:srgbClr val="F26B43"/>
          </p15:clr>
        </p15:guide>
        <p15:guide id="8" pos="3613">
          <p15:clr>
            <a:srgbClr val="F26B43"/>
          </p15:clr>
        </p15:guide>
        <p15:guide id="9" pos="3386">
          <p15:clr>
            <a:srgbClr val="F26B43"/>
          </p15:clr>
        </p15:guide>
        <p15:guide id="10" pos="3160">
          <p15:clr>
            <a:srgbClr val="F26B43"/>
          </p15:clr>
        </p15:guide>
        <p15:guide id="11" pos="2933">
          <p15:clr>
            <a:srgbClr val="F26B43"/>
          </p15:clr>
        </p15:guide>
        <p15:guide id="12" pos="2706">
          <p15:clr>
            <a:srgbClr val="F26B43"/>
          </p15:clr>
        </p15:guide>
        <p15:guide id="13" pos="2479">
          <p15:clr>
            <a:srgbClr val="F26B43"/>
          </p15:clr>
        </p15:guide>
        <p15:guide id="14" pos="2252">
          <p15:clr>
            <a:srgbClr val="F26B43"/>
          </p15:clr>
        </p15:guide>
        <p15:guide id="15" pos="2026">
          <p15:clr>
            <a:srgbClr val="F26B43"/>
          </p15:clr>
        </p15:guide>
        <p15:guide id="16" pos="1572">
          <p15:clr>
            <a:srgbClr val="F26B43"/>
          </p15:clr>
        </p15:guide>
        <p15:guide id="17" pos="1345">
          <p15:clr>
            <a:srgbClr val="F26B43"/>
          </p15:clr>
        </p15:guide>
        <p15:guide id="18" pos="1799">
          <p15:clr>
            <a:srgbClr val="F26B43"/>
          </p15:clr>
        </p15:guide>
        <p15:guide id="19" pos="1118">
          <p15:clr>
            <a:srgbClr val="F26B43"/>
          </p15:clr>
        </p15:guide>
        <p15:guide id="20" pos="892">
          <p15:clr>
            <a:srgbClr val="F26B43"/>
          </p15:clr>
        </p15:guide>
        <p15:guide id="21" pos="665">
          <p15:clr>
            <a:srgbClr val="F26B43"/>
          </p15:clr>
        </p15:guide>
        <p15:guide id="22" pos="438">
          <p15:clr>
            <a:srgbClr val="F26B43"/>
          </p15:clr>
        </p15:guide>
        <p15:guide id="23" pos="211">
          <p15:clr>
            <a:srgbClr val="F26B43"/>
          </p15:clr>
        </p15:guide>
        <p15:guide id="24" pos="4067">
          <p15:clr>
            <a:srgbClr val="F26B43"/>
          </p15:clr>
        </p15:guide>
        <p15:guide id="25" pos="4294">
          <p15:clr>
            <a:srgbClr val="F26B43"/>
          </p15:clr>
        </p15:guide>
        <p15:guide id="26" pos="4520">
          <p15:clr>
            <a:srgbClr val="F26B43"/>
          </p15:clr>
        </p15:guide>
        <p15:guide id="27" pos="4747">
          <p15:clr>
            <a:srgbClr val="F26B43"/>
          </p15:clr>
        </p15:guide>
        <p15:guide id="28" pos="4974">
          <p15:clr>
            <a:srgbClr val="F26B43"/>
          </p15:clr>
        </p15:guide>
        <p15:guide id="29" pos="5201">
          <p15:clr>
            <a:srgbClr val="F26B43"/>
          </p15:clr>
        </p15:guide>
        <p15:guide id="30" pos="5428">
          <p15:clr>
            <a:srgbClr val="F26B43"/>
          </p15:clr>
        </p15:guide>
        <p15:guide id="31" pos="5654">
          <p15:clr>
            <a:srgbClr val="F26B43"/>
          </p15:clr>
        </p15:guide>
        <p15:guide id="32" pos="5881">
          <p15:clr>
            <a:srgbClr val="F26B43"/>
          </p15:clr>
        </p15:guide>
        <p15:guide id="33" pos="6108">
          <p15:clr>
            <a:srgbClr val="F26B43"/>
          </p15:clr>
        </p15:guide>
        <p15:guide id="34" pos="6335">
          <p15:clr>
            <a:srgbClr val="F26B43"/>
          </p15:clr>
        </p15:guide>
        <p15:guide id="35" pos="6562">
          <p15:clr>
            <a:srgbClr val="F26B43"/>
          </p15:clr>
        </p15:guide>
        <p15:guide id="36" pos="6788">
          <p15:clr>
            <a:srgbClr val="F26B43"/>
          </p15:clr>
        </p15:guide>
        <p15:guide id="37" pos="7015">
          <p15:clr>
            <a:srgbClr val="F26B43"/>
          </p15:clr>
        </p15:guide>
        <p15:guide id="38" pos="7242">
          <p15:clr>
            <a:srgbClr val="F26B43"/>
          </p15:clr>
        </p15:guide>
        <p15:guide id="39" pos="7469">
          <p15:clr>
            <a:srgbClr val="F26B43"/>
          </p15:clr>
        </p15:guide>
        <p15:guide id="40" orient="horz" pos="1933">
          <p15:clr>
            <a:srgbClr val="F26B43"/>
          </p15:clr>
        </p15:guide>
        <p15:guide id="41" orient="horz" pos="1706">
          <p15:clr>
            <a:srgbClr val="F26B43"/>
          </p15:clr>
        </p15:guide>
        <p15:guide id="42" orient="horz" pos="1480">
          <p15:clr>
            <a:srgbClr val="F26B43"/>
          </p15:clr>
        </p15:guide>
        <p15:guide id="43" orient="horz" pos="1253">
          <p15:clr>
            <a:srgbClr val="F26B43"/>
          </p15:clr>
        </p15:guide>
        <p15:guide id="44" orient="horz" pos="1026">
          <p15:clr>
            <a:srgbClr val="F26B43"/>
          </p15:clr>
        </p15:guide>
        <p15:guide id="45" orient="horz" pos="799">
          <p15:clr>
            <a:srgbClr val="F26B43"/>
          </p15:clr>
        </p15:guide>
        <p15:guide id="46" orient="horz" pos="572">
          <p15:clr>
            <a:srgbClr val="F26B43"/>
          </p15:clr>
        </p15:guide>
        <p15:guide id="47" orient="horz" pos="346">
          <p15:clr>
            <a:srgbClr val="F26B43"/>
          </p15:clr>
        </p15:guide>
        <p15:guide id="48" orient="horz" pos="119">
          <p15:clr>
            <a:srgbClr val="F26B43"/>
          </p15:clr>
        </p15:guide>
        <p15:guide id="49" orient="horz" pos="2387">
          <p15:clr>
            <a:srgbClr val="F26B43"/>
          </p15:clr>
        </p15:guide>
        <p15:guide id="50" orient="horz" pos="2614">
          <p15:clr>
            <a:srgbClr val="F26B43"/>
          </p15:clr>
        </p15:guide>
        <p15:guide id="51" orient="horz" pos="2840">
          <p15:clr>
            <a:srgbClr val="F26B43"/>
          </p15:clr>
        </p15:guide>
        <p15:guide id="52" orient="horz" pos="3067">
          <p15:clr>
            <a:srgbClr val="F26B43"/>
          </p15:clr>
        </p15:guide>
        <p15:guide id="53" orient="horz" pos="3294">
          <p15:clr>
            <a:srgbClr val="F26B43"/>
          </p15:clr>
        </p15:guide>
        <p15:guide id="54" orient="horz" pos="3521">
          <p15:clr>
            <a:srgbClr val="F26B43"/>
          </p15:clr>
        </p15:guide>
        <p15:guide id="55" orient="horz" pos="3748">
          <p15:clr>
            <a:srgbClr val="F26B43"/>
          </p15:clr>
        </p15:guide>
        <p15:guide id="56" orient="horz" pos="3974">
          <p15:clr>
            <a:srgbClr val="F26B43"/>
          </p15:clr>
        </p15:guide>
        <p15:guide id="57" orient="horz" pos="4201">
          <p15:clr>
            <a:srgbClr val="F26B43"/>
          </p15:clr>
        </p15:guide>
        <p15:guide id="58" pos="325">
          <p15:clr>
            <a:srgbClr val="F26B43"/>
          </p15:clr>
        </p15:guide>
        <p15:guide id="59" pos="7355">
          <p15:clr>
            <a:srgbClr val="F26B43"/>
          </p15:clr>
        </p15:guide>
        <p15:guide id="60" pos="3795">
          <p15:clr>
            <a:srgbClr val="F26B43"/>
          </p15:clr>
        </p15:guide>
        <p15:guide id="61" pos="3885">
          <p15:clr>
            <a:srgbClr val="F26B43"/>
          </p15:clr>
        </p15:guide>
        <p15:guide id="62" orient="horz" pos="40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AF058-9B25-1E58-A7A6-651BC0C0C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B1EBF-081E-C81D-672B-EB9047E33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C8647-AAF1-8A78-0894-648EE23B8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94AF0-29E9-49C4-A72B-EF4BE6EC5EF4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09A20-F29F-6571-97AD-9D7591CF7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4993-048E-5505-7D11-199ABB238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A234F-D92E-467B-AECB-4447104633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940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rompts.chat/prompts?type=TEXT" TargetMode="Externa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B3747-8EC3-A1FB-B6D1-9FCAD220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943DE80-F835-8C4E-727D-C9B47F880701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t>2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27DED1B-053A-718D-B4AB-615E2A8BB811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Principios básicos aplicados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9E910872-E260-338F-2FB5-935EAE9FFB41}"/>
              </a:ext>
            </a:extLst>
          </p:cNvPr>
          <p:cNvSpPr txBox="1"/>
          <p:nvPr/>
        </p:nvSpPr>
        <p:spPr>
          <a:xfrm>
            <a:off x="393977" y="1164579"/>
            <a:ext cx="11252073" cy="541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ym typeface="Lato Light"/>
              </a:rPr>
              <a:t>En esta parte de la sección vamos a visualizar los siguientes principios básicos </a:t>
            </a:r>
            <a:r>
              <a:rPr lang="es-ES">
                <a:sym typeface="Lato Light"/>
              </a:rPr>
              <a:t>de promt engineering</a:t>
            </a:r>
            <a:r>
              <a:rPr lang="es-ES" dirty="0">
                <a:sym typeface="Lato Light"/>
              </a:rPr>
              <a:t> y el comportamiento que siguen los modelos de lenguaje una vez se han aplicados dichos conceptos:</a:t>
            </a:r>
          </a:p>
          <a:p>
            <a:endParaRPr lang="es-ES" dirty="0">
              <a:sym typeface="Lato Light"/>
            </a:endParaRPr>
          </a:p>
          <a:p>
            <a:r>
              <a:rPr lang="es-ES">
                <a:sym typeface="Lato Light"/>
              </a:rPr>
              <a:t>Delimitadores</a:t>
            </a:r>
            <a:endParaRPr lang="es-ES" dirty="0">
              <a:sym typeface="Lato Light"/>
            </a:endParaRPr>
          </a:p>
          <a:p>
            <a:r>
              <a:rPr lang="es-ES">
                <a:sym typeface="Lato Light"/>
              </a:rPr>
              <a:t>Salida estructurada</a:t>
            </a:r>
            <a:endParaRPr lang="es-ES" dirty="0"/>
          </a:p>
          <a:p>
            <a:r>
              <a:rPr lang="es-ES">
                <a:sym typeface="Lato Light"/>
              </a:rPr>
              <a:t>Verificación de condiciones</a:t>
            </a:r>
            <a:endParaRPr lang="es-ES" dirty="0"/>
          </a:p>
          <a:p>
            <a:r>
              <a:rPr lang="es-ES">
                <a:sym typeface="Lato Light"/>
              </a:rPr>
              <a:t>Zero, One, Few Shot</a:t>
            </a:r>
            <a:endParaRPr lang="es-ES" dirty="0">
              <a:sym typeface="Lato Light"/>
            </a:endParaRPr>
          </a:p>
          <a:p>
            <a:r>
              <a:rPr lang="es-ES">
                <a:sym typeface="Lato Light"/>
              </a:rPr>
              <a:t>Introducción </a:t>
            </a:r>
            <a:r>
              <a:rPr lang="es-ES" dirty="0">
                <a:sym typeface="Lato Light"/>
              </a:rPr>
              <a:t>de contexto </a:t>
            </a:r>
            <a:r>
              <a:rPr lang="es-ES">
                <a:sym typeface="Lato Light"/>
              </a:rPr>
              <a:t>en promt</a:t>
            </a:r>
            <a:r>
              <a:rPr lang="es-ES" dirty="0">
                <a:sym typeface="Lato Light"/>
              </a:rPr>
              <a:t> (ICL)</a:t>
            </a:r>
          </a:p>
          <a:p>
            <a:r>
              <a:rPr lang="es-ES">
                <a:sym typeface="Lato Light"/>
              </a:rPr>
              <a:t>Acciones a realizar</a:t>
            </a:r>
            <a:endParaRPr lang="es-ES" dirty="0"/>
          </a:p>
          <a:p>
            <a:r>
              <a:rPr lang="es-ES">
                <a:sym typeface="Lato Light"/>
              </a:rPr>
              <a:t>Uso de placeholders</a:t>
            </a:r>
            <a:endParaRPr lang="es-ES" dirty="0"/>
          </a:p>
          <a:p>
            <a:r>
              <a:rPr lang="es-ES">
                <a:sym typeface="Lato Light"/>
              </a:rPr>
              <a:t>Trabajar </a:t>
            </a:r>
            <a:r>
              <a:rPr lang="es-ES" dirty="0">
                <a:sym typeface="Lato Light"/>
              </a:rPr>
              <a:t>en su propia solución</a:t>
            </a:r>
          </a:p>
          <a:p>
            <a:r>
              <a:rPr lang="es-ES">
                <a:sym typeface="Lato Light"/>
              </a:rPr>
              <a:t>Root Promts</a:t>
            </a:r>
            <a:endParaRPr lang="es-ES" dirty="0"/>
          </a:p>
          <a:p>
            <a:r>
              <a:rPr lang="es-ES">
                <a:sym typeface="Lato Light"/>
              </a:rPr>
              <a:t>Patrón persona</a:t>
            </a:r>
            <a:endParaRPr lang="es-ES" dirty="0"/>
          </a:p>
          <a:p>
            <a:r>
              <a:rPr lang="es-ES">
                <a:sym typeface="Lato Light"/>
              </a:rPr>
              <a:t>Meta </a:t>
            </a:r>
            <a:r>
              <a:rPr lang="es-ES" dirty="0">
                <a:sym typeface="Lato Light"/>
              </a:rPr>
              <a:t>lenguaje</a:t>
            </a:r>
          </a:p>
          <a:p>
            <a:r>
              <a:rPr lang="es-ES">
                <a:sym typeface="Lato Light"/>
              </a:rPr>
              <a:t>Fítros </a:t>
            </a:r>
            <a:r>
              <a:rPr lang="es-ES" dirty="0">
                <a:sym typeface="Lato Light"/>
              </a:rPr>
              <a:t>semánticos</a:t>
            </a:r>
          </a:p>
          <a:p>
            <a:r>
              <a:rPr lang="es-ES">
                <a:sym typeface="Lato Light"/>
              </a:rPr>
              <a:t>Chain of Thoughts</a:t>
            </a:r>
            <a:endParaRPr lang="es-ES" dirty="0">
              <a:sym typeface="Lato Light"/>
            </a:endParaRPr>
          </a:p>
          <a:p>
            <a:r>
              <a:rPr lang="es-ES">
                <a:sym typeface="Lato Light"/>
              </a:rPr>
              <a:t>ReAct</a:t>
            </a:r>
            <a:endParaRPr lang="es-ES" dirty="0">
              <a:sym typeface="Lato Light"/>
            </a:endParaRPr>
          </a:p>
          <a:p>
            <a:r>
              <a:rPr lang="es-ES">
                <a:sym typeface="Lato Light"/>
              </a:rPr>
              <a:t>Game Play Pattern</a:t>
            </a:r>
            <a:endParaRPr lang="es-ES" dirty="0">
              <a:sym typeface="Lato Light"/>
            </a:endParaRPr>
          </a:p>
          <a:p>
            <a:endParaRPr lang="es-ES" dirty="0"/>
          </a:p>
          <a:p>
            <a:endParaRPr lang="es-ES" dirty="0">
              <a:sym typeface="Lat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CC920-EF94-0CBD-F87C-396D568F0D74}"/>
              </a:ext>
            </a:extLst>
          </p:cNvPr>
          <p:cNvSpPr txBox="1"/>
          <p:nvPr/>
        </p:nvSpPr>
        <p:spPr>
          <a:xfrm>
            <a:off x="8880680" y="6211669"/>
            <a:ext cx="28526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11111"/>
                </a:solidFill>
                <a:latin typeface="Telefonica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Prompts | </a:t>
            </a:r>
            <a:r>
              <a:rPr lang="en-US" err="1">
                <a:solidFill>
                  <a:srgbClr val="111111"/>
                </a:solidFill>
                <a:latin typeface="Telefonica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prompts.chat</a:t>
            </a:r>
            <a:endParaRPr lang="en-US">
              <a:solidFill>
                <a:srgbClr val="111111"/>
              </a:solidFill>
              <a:latin typeface="Telefonica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C6DA3-37AE-0A5B-3DCE-0DAD7B31F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2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D9BC2-72CF-B055-D14B-AE8DDDB9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A653389-D79B-334A-67C6-9697C6064E82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613874A-71FD-11B1-A9D8-2664FC85903C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Delimitadores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D8A8D6D6-7FE0-6188-85D1-00F37E86DEB9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Los delimitadores permiten separar claramente las instrucciones, el contexto y los datos de entrada. Esto ayuda al modelo a entender qué es instrucción y qué es contenido, reduciendo ambigüedades y errores.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338A4-358F-F1CE-61CC-BA7A9D0096C5}"/>
              </a:ext>
            </a:extLst>
          </p:cNvPr>
          <p:cNvSpPr txBox="1"/>
          <p:nvPr/>
        </p:nvSpPr>
        <p:spPr>
          <a:xfrm>
            <a:off x="492135" y="2329353"/>
            <a:ext cx="5241153" cy="1805226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Usar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delimitadores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como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:</a:t>
            </a:r>
          </a:p>
          <a:p>
            <a:pPr marL="228600" indent="-228600">
              <a:buFont typeface=""/>
              <a:buChar char="•"/>
            </a:pP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Comillas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triples: """</a:t>
            </a:r>
            <a:endParaRPr lang="en-US">
              <a:solidFill>
                <a:srgbClr val="111111"/>
              </a:solidFill>
            </a:endParaRPr>
          </a:p>
          <a:p>
            <a:pPr marL="228600" indent="-228600">
              <a:buFont typeface=""/>
              <a:buChar char="•"/>
            </a:pP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Bloques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de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código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: ```</a:t>
            </a:r>
            <a:endParaRPr lang="en-US">
              <a:solidFill>
                <a:srgbClr val="111111"/>
              </a:solidFill>
            </a:endParaRPr>
          </a:p>
          <a:p>
            <a:pPr marL="228600" indent="-228600">
              <a:buFont typeface=""/>
              <a:buChar char="•"/>
            </a:pP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Corchetes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angulares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: &lt; &gt;</a:t>
            </a:r>
            <a:endParaRPr lang="en-US">
              <a:solidFill>
                <a:srgbClr val="111111"/>
              </a:solidFill>
            </a:endParaRPr>
          </a:p>
          <a:p>
            <a:pPr marL="228600" indent="-228600">
              <a:buFont typeface=""/>
              <a:buChar char="•"/>
            </a:pP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Tags XML: &lt;context&gt;&lt;/context&gt;</a:t>
            </a:r>
            <a:endParaRPr lang="en-US">
              <a:solidFill>
                <a:srgbClr val="111111"/>
              </a:solidFill>
            </a:endParaRPr>
          </a:p>
          <a:p>
            <a:pPr marL="228600" indent="-228600">
              <a:buFont typeface=""/>
              <a:buChar char="•"/>
            </a:pP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Separadores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: ---</a:t>
            </a:r>
            <a:endParaRPr lang="en-US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5379C-DC46-F17D-A0B6-07AA508E689A}"/>
              </a:ext>
            </a:extLst>
          </p:cNvPr>
          <p:cNvSpPr txBox="1"/>
          <p:nvPr/>
        </p:nvSpPr>
        <p:spPr>
          <a:xfrm>
            <a:off x="6096000" y="2337837"/>
            <a:ext cx="5347889" cy="1788259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Ejemplo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:</a:t>
            </a:r>
          </a:p>
          <a:p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Resume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el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siguiente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texto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en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3 puntos clave: </a:t>
            </a:r>
            <a:endParaRPr lang="en-US">
              <a:latin typeface="Telefonica Sans" panose="02000003020000060003"/>
            </a:endParaRPr>
          </a:p>
          <a:p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""" La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inteligencia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artificial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generativa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permite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crear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contenido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nuevo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como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texto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,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imágenes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o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código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a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partir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de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patrones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 </a:t>
            </a:r>
            <a:r>
              <a:rPr lang="en-US" err="1">
                <a:solidFill>
                  <a:srgbClr val="111111"/>
                </a:solidFill>
                <a:latin typeface="Telefonica Sans" panose="02000003020000060003"/>
              </a:rPr>
              <a:t>aprendidos</a:t>
            </a:r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. </a:t>
            </a:r>
            <a:endParaRPr lang="en-US">
              <a:solidFill>
                <a:srgbClr val="111111"/>
              </a:solidFill>
            </a:endParaRPr>
          </a:p>
          <a:p>
            <a:r>
              <a:rPr lang="en-US">
                <a:solidFill>
                  <a:srgbClr val="111111"/>
                </a:solidFill>
                <a:latin typeface="Telefonica Sans" panose="02000003020000060003"/>
              </a:rPr>
              <a:t>"""</a:t>
            </a:r>
            <a:endParaRPr lang="en-US">
              <a:solidFill>
                <a:srgbClr val="11111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D3FE7-E617-CF23-1259-6FF35BB6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8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DD12-93CB-EAA2-A9EA-6200AEA1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474FB2B-C7C5-69A6-CC45-86298EE7F855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C8CFC3D-DD02-18A0-EC3E-690648795CD2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Salida estructurada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E8ECD765-3296-3002-926E-63336523CD3F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Permite controlar el formato de la respuesta del modelo, facilitando su procesamiento automático en sistemas, </a:t>
            </a:r>
            <a:r>
              <a:rPr lang="es-ES" dirty="0" err="1"/>
              <a:t>APIs</a:t>
            </a:r>
            <a:r>
              <a:rPr lang="es-ES" dirty="0"/>
              <a:t> o pipelines de datos.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7CE4A-90A9-C25C-22DC-7B4F06403D33}"/>
              </a:ext>
            </a:extLst>
          </p:cNvPr>
          <p:cNvSpPr txBox="1"/>
          <p:nvPr/>
        </p:nvSpPr>
        <p:spPr>
          <a:xfrm>
            <a:off x="492135" y="2274837"/>
            <a:ext cx="5241153" cy="1520190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Especificar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formato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JSON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Tabla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Lista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XML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0F52E-92DF-DEE3-B66E-72DFFD8D92E9}"/>
              </a:ext>
            </a:extLst>
          </p:cNvPr>
          <p:cNvSpPr txBox="1"/>
          <p:nvPr/>
        </p:nvSpPr>
        <p:spPr>
          <a:xfrm>
            <a:off x="6096000" y="2274837"/>
            <a:ext cx="5347889" cy="3482400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Extrae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la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información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formato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JSON:</a:t>
            </a: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Texto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"Juan Pérez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trabaja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Data Scientist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Telefónica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desde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2022"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Formato: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{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"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nombre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": "",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"empresa": "",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"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puesto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": "",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"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año_inicio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": ""</a:t>
            </a: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E5AA98-8FA8-9E29-1CB7-11932051F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5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9770-F8FC-B4BA-1C61-688FB5F0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E88865E-8981-16BF-2FEB-BA5CE63D5F42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B80735D-31C0-1D72-8D1D-E43CE7CB0A6B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Verificación de condiciones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8DBCF2C4-2116-04A3-2D6D-DC15B53970A9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Permite obligar al modelo a comprobar condiciones antes de responder, reduciendo alucinaciones y mejorando la precisión.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0AEBE-026B-DAAE-F710-6B12E5B24A5D}"/>
              </a:ext>
            </a:extLst>
          </p:cNvPr>
          <p:cNvSpPr txBox="1"/>
          <p:nvPr/>
        </p:nvSpPr>
        <p:spPr>
          <a:xfrm>
            <a:off x="492135" y="2274837"/>
            <a:ext cx="5241153" cy="1235154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Usar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lógica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condicional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explícita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"Si no sabes la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respuesta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di 'No lo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sé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'"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"Solo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responde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la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información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está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presente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DE499-F592-EB9B-A1A7-470FFCBA01C8}"/>
              </a:ext>
            </a:extLst>
          </p:cNvPr>
          <p:cNvSpPr txBox="1"/>
          <p:nvPr/>
        </p:nvSpPr>
        <p:spPr>
          <a:xfrm>
            <a:off x="6096000" y="2274837"/>
            <a:ext cx="5347889" cy="2917686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/>
              <a:t>Responde</a:t>
            </a:r>
            <a:r>
              <a:rPr lang="en-US" dirty="0"/>
              <a:t> la </a:t>
            </a:r>
            <a:r>
              <a:rPr lang="en-US" dirty="0" err="1"/>
              <a:t>pregunta</a:t>
            </a:r>
            <a:r>
              <a:rPr lang="en-US" dirty="0"/>
              <a:t> solo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respuesta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contexto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Contexto</a:t>
            </a:r>
            <a:r>
              <a:rPr lang="en-US" dirty="0"/>
              <a:t>:</a:t>
            </a:r>
          </a:p>
          <a:p>
            <a:r>
              <a:rPr lang="en-US" dirty="0"/>
              <a:t>"París es la capital de Francia"</a:t>
            </a:r>
          </a:p>
          <a:p>
            <a:endParaRPr lang="en-US" dirty="0"/>
          </a:p>
          <a:p>
            <a:r>
              <a:rPr lang="en-US" dirty="0" err="1"/>
              <a:t>Pregunta</a:t>
            </a:r>
            <a:r>
              <a:rPr lang="en-US" dirty="0"/>
              <a:t>:</a:t>
            </a:r>
          </a:p>
          <a:p>
            <a:r>
              <a:rPr lang="en-US" dirty="0"/>
              <a:t>¿</a:t>
            </a:r>
            <a:r>
              <a:rPr lang="en-US" dirty="0" err="1"/>
              <a:t>Cuál</a:t>
            </a:r>
            <a:r>
              <a:rPr lang="en-US" dirty="0"/>
              <a:t> es la capital de Alemania?</a:t>
            </a:r>
          </a:p>
          <a:p>
            <a:endParaRPr lang="en-US" dirty="0"/>
          </a:p>
          <a:p>
            <a:r>
              <a:rPr lang="en-US" dirty="0"/>
              <a:t>Si no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contexto</a:t>
            </a:r>
            <a:r>
              <a:rPr lang="en-US" dirty="0"/>
              <a:t>, </a:t>
            </a:r>
            <a:r>
              <a:rPr lang="en-US" dirty="0" err="1"/>
              <a:t>responde</a:t>
            </a:r>
            <a:r>
              <a:rPr lang="en-US" dirty="0"/>
              <a:t>: "No disponible"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2BEE4-0ABF-6599-A16F-4B086A881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60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91EEB-1928-85E8-F5D0-5CA3926E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C8E22AA-C051-8BEE-1847-9C2248379A21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D433DEF-2EDD-DD4E-7CE4-DBB8D342BB14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Zero, </a:t>
            </a:r>
            <a:r>
              <a:rPr lang="es-ES" dirty="0" err="1"/>
              <a:t>One</a:t>
            </a:r>
            <a:r>
              <a:rPr lang="es-ES" dirty="0"/>
              <a:t>, </a:t>
            </a:r>
            <a:r>
              <a:rPr lang="es-ES" dirty="0" err="1"/>
              <a:t>Few</a:t>
            </a:r>
            <a:r>
              <a:rPr lang="es-ES" dirty="0"/>
              <a:t> </a:t>
            </a:r>
            <a:r>
              <a:rPr lang="es-ES" dirty="0" err="1"/>
              <a:t>Shot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159831FD-618D-23E7-9CE3-5BAB3868ED85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Consiste en enseñar al modelo mediante ejemplos. Cuantos más ejemplos relevantes, mayor precisión.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C21FF-6FC1-4ED8-0782-7B470F9B58E4}"/>
              </a:ext>
            </a:extLst>
          </p:cNvPr>
          <p:cNvSpPr txBox="1"/>
          <p:nvPr/>
        </p:nvSpPr>
        <p:spPr>
          <a:xfrm>
            <a:off x="492135" y="2274837"/>
            <a:ext cx="5241153" cy="1235154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Zero-</a:t>
            </a:r>
            <a:r>
              <a:rPr lang="es-E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shot</a:t>
            </a:r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sin ejemplos</a:t>
            </a:r>
          </a:p>
          <a:p>
            <a:r>
              <a:rPr lang="es-E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One-shot</a:t>
            </a:r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1 ejemplo</a:t>
            </a:r>
          </a:p>
          <a:p>
            <a:r>
              <a:rPr lang="es-E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Few-shot</a:t>
            </a:r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varios ejemplos</a:t>
            </a:r>
          </a:p>
          <a:p>
            <a:endParaRPr lang="es-E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75555-3AA8-6E50-F0BC-CFCE92392B3E}"/>
              </a:ext>
            </a:extLst>
          </p:cNvPr>
          <p:cNvSpPr txBox="1"/>
          <p:nvPr/>
        </p:nvSpPr>
        <p:spPr>
          <a:xfrm>
            <a:off x="6096000" y="2274837"/>
            <a:ext cx="5347889" cy="2917686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ea typeface="+mn-lt"/>
                <a:cs typeface="+mn-lt"/>
              </a:rPr>
              <a:t>Clasifica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sentimiento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Texto</a:t>
            </a:r>
            <a:r>
              <a:rPr lang="en-US" dirty="0">
                <a:ea typeface="+mn-lt"/>
                <a:cs typeface="+mn-lt"/>
              </a:rPr>
              <a:t>: Me </a:t>
            </a:r>
            <a:r>
              <a:rPr lang="en-US" dirty="0" err="1">
                <a:ea typeface="+mn-lt"/>
                <a:cs typeface="+mn-lt"/>
              </a:rPr>
              <a:t>encanta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producto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Sentimiento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Positivo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Texto</a:t>
            </a:r>
            <a:r>
              <a:rPr lang="en-US" dirty="0">
                <a:ea typeface="+mn-lt"/>
                <a:cs typeface="+mn-lt"/>
              </a:rPr>
              <a:t>: Es </a:t>
            </a:r>
            <a:r>
              <a:rPr lang="en-US" dirty="0" err="1">
                <a:ea typeface="+mn-lt"/>
                <a:cs typeface="+mn-lt"/>
              </a:rPr>
              <a:t>una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pérdida</a:t>
            </a:r>
            <a:r>
              <a:rPr lang="en-US" dirty="0">
                <a:ea typeface="+mn-lt"/>
                <a:cs typeface="+mn-lt"/>
              </a:rPr>
              <a:t> de dinero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Sentimiento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Negativo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Texto</a:t>
            </a:r>
            <a:r>
              <a:rPr lang="en-US" dirty="0">
                <a:ea typeface="+mn-lt"/>
                <a:cs typeface="+mn-lt"/>
              </a:rPr>
              <a:t>: No </a:t>
            </a:r>
            <a:r>
              <a:rPr lang="en-US" dirty="0" err="1">
                <a:ea typeface="+mn-lt"/>
                <a:cs typeface="+mn-lt"/>
              </a:rPr>
              <a:t>está</a:t>
            </a:r>
            <a:r>
              <a:rPr lang="en-US" dirty="0">
                <a:ea typeface="+mn-lt"/>
                <a:cs typeface="+mn-lt"/>
              </a:rPr>
              <a:t> mal, </a:t>
            </a:r>
            <a:r>
              <a:rPr lang="en-US" dirty="0" err="1">
                <a:ea typeface="+mn-lt"/>
                <a:cs typeface="+mn-lt"/>
              </a:rPr>
              <a:t>pero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podría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mejorar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Sentimiento</a:t>
            </a:r>
            <a:r>
              <a:rPr lang="en-US" dirty="0">
                <a:ea typeface="+mn-lt"/>
                <a:cs typeface="+mn-lt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6FE28-D34F-3711-75CA-4A49D9A2C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2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C94DB-3931-3B52-2090-BA68340C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2795D42-49D1-AE91-0EE8-6E3F43AAD53E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07C0E38-9991-4635-9AEC-CE5186942E25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Introducción de contexto (ICL)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017B9691-A5F7-87FC-CC76-5D2195B5FD16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Proporciona información adicional relevante para mejorar la precisión y coherencia de la respuesta.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25F87-B115-1618-5522-CBE2F0F8F1FE}"/>
              </a:ext>
            </a:extLst>
          </p:cNvPr>
          <p:cNvSpPr txBox="1"/>
          <p:nvPr/>
        </p:nvSpPr>
        <p:spPr>
          <a:xfrm>
            <a:off x="492135" y="2274837"/>
            <a:ext cx="5241153" cy="1235154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Añadir contexto como: </a:t>
            </a:r>
          </a:p>
          <a:p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documentación</a:t>
            </a:r>
          </a:p>
          <a:p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reglas</a:t>
            </a:r>
          </a:p>
          <a:p>
            <a:r>
              <a:rPr lang="es-E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información del dominio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F911F-0826-9691-D4E7-B0F7E2A680E9}"/>
              </a:ext>
            </a:extLst>
          </p:cNvPr>
          <p:cNvSpPr txBox="1"/>
          <p:nvPr/>
        </p:nvSpPr>
        <p:spPr>
          <a:xfrm>
            <a:off x="6096000" y="2274837"/>
            <a:ext cx="5347889" cy="1505903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Contexto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</a:t>
            </a: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Trabajas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un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concesionario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de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coches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eléctricos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</a:endParaRP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Pregunta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¿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Qué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ventajas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tienen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los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coches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eléctricos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?</a:t>
            </a:r>
            <a:endParaRPr lang="en-US" dirty="0">
              <a:solidFill>
                <a:srgbClr val="11111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3E748-60BF-78D3-C730-BB4FAC58C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6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B445-60C1-DD5D-2589-9B9D3120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F7D35DC-89A6-620D-BEEC-5A94D7C71525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758644F-8845-0178-06A9-7C938CC77DC7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Acciones a realizar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2315C325-EA5B-3DBB-2DB9-87B92CFDEFC1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Define explícitamente la tarea paso a paso para guiar el comportamiento del modelo.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F4D40-75DE-47E4-939A-06A7F6D96344}"/>
              </a:ext>
            </a:extLst>
          </p:cNvPr>
          <p:cNvSpPr txBox="1"/>
          <p:nvPr/>
        </p:nvSpPr>
        <p:spPr>
          <a:xfrm>
            <a:off x="492135" y="2274837"/>
            <a:ext cx="5241153" cy="1805226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Usar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verbos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claros: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Analiza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Resume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Clasifica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Traduce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Genera</a:t>
            </a:r>
            <a:endParaRPr lang="en-US" dirty="0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499C8-5856-AE81-20EB-39DCB35819F9}"/>
              </a:ext>
            </a:extLst>
          </p:cNvPr>
          <p:cNvSpPr txBox="1"/>
          <p:nvPr/>
        </p:nvSpPr>
        <p:spPr>
          <a:xfrm>
            <a:off x="6096000" y="2274837"/>
            <a:ext cx="5347889" cy="1505903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Realiza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las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siguientes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acciones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</a:t>
            </a: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1. Resume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el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texto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2.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Extrae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las ideas clave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3. Genera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una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conclusión</a:t>
            </a:r>
            <a:endParaRPr lang="en-US" dirty="0">
              <a:latin typeface="Telefonica Sans" panose="02000003020000060003"/>
            </a:endParaRP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Texto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 ...</a:t>
            </a:r>
            <a:endParaRPr lang="en-US" dirty="0">
              <a:solidFill>
                <a:srgbClr val="11111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06DF9-91EB-6CCB-CF9B-62E7E5654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6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96F04-8505-5BCF-CC77-2E10BC05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7C2ED-D103-C2AC-B824-30D697529DB4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DC68C97-4063-E03D-E28A-2491C745C11D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Uso de </a:t>
            </a:r>
            <a:r>
              <a:rPr lang="es-ES" dirty="0" err="1"/>
              <a:t>placeholders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E70250A4-7929-15F5-488B-286CB7B402ED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Permite crear </a:t>
            </a:r>
            <a:r>
              <a:rPr lang="es-ES" dirty="0" err="1"/>
              <a:t>prompts</a:t>
            </a:r>
            <a:r>
              <a:rPr lang="es-ES" dirty="0"/>
              <a:t> reutilizables mediante variables dinámicas.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8259C-1C08-2032-AB4F-D9B852E0C678}"/>
              </a:ext>
            </a:extLst>
          </p:cNvPr>
          <p:cNvSpPr txBox="1"/>
          <p:nvPr/>
        </p:nvSpPr>
        <p:spPr>
          <a:xfrm>
            <a:off x="492135" y="2274837"/>
            <a:ext cx="5241153" cy="1235154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Usar variables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como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{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nombre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}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{empresa}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{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texto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}</a:t>
            </a:r>
            <a:endParaRPr lang="en-US" dirty="0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17641-CCC2-DD5D-A9B1-52CACEE02896}"/>
              </a:ext>
            </a:extLst>
          </p:cNvPr>
          <p:cNvSpPr txBox="1"/>
          <p:nvPr/>
        </p:nvSpPr>
        <p:spPr>
          <a:xfrm>
            <a:off x="6096000" y="2274837"/>
            <a:ext cx="5347889" cy="941189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Genera un email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profesional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para {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nombre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}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que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trabaja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{empresa}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sobre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el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tema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{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tema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}</a:t>
            </a:r>
            <a:endParaRPr lang="en-US" dirty="0">
              <a:solidFill>
                <a:srgbClr val="11111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F4724-1B89-CE69-BEA2-532EC9D4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726F9-074E-C015-9BB2-B91B462A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C22CA98-853E-5694-8996-C57506AB6ACB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C1EFE59-ABD6-D1EE-7D7F-810F4D36F145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Trabajar en su propia solución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FE9B06AE-B6EB-3410-FB5F-5975CF8E872C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Permite que el modelo resuelva primero el problema internamente antes de responder, mejorando precisión.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F9D19-1202-06D2-9DDF-DE48BCAE6027}"/>
              </a:ext>
            </a:extLst>
          </p:cNvPr>
          <p:cNvSpPr txBox="1"/>
          <p:nvPr/>
        </p:nvSpPr>
        <p:spPr>
          <a:xfrm>
            <a:off x="492135" y="2274837"/>
            <a:ext cx="5241153" cy="950119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Usar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frases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como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Piensa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paso a paso antes de responder"</a:t>
            </a:r>
            <a:endParaRPr lang="en-US" dirty="0">
              <a:solidFill>
                <a:srgbClr val="111111"/>
              </a:solidFill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Razona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antes de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dar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la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respuesta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final"</a:t>
            </a:r>
            <a:endParaRPr lang="en-US" dirty="0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6658F-F773-FE91-6CF5-99236013C093}"/>
              </a:ext>
            </a:extLst>
          </p:cNvPr>
          <p:cNvSpPr txBox="1"/>
          <p:nvPr/>
        </p:nvSpPr>
        <p:spPr>
          <a:xfrm>
            <a:off x="6096000" y="2274837"/>
            <a:ext cx="5347889" cy="1788259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Resuelve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el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siguiente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problema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Primero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piensa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paso a paso.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Luego da la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respuesta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final.</a:t>
            </a:r>
            <a:endParaRPr lang="en-US" dirty="0">
              <a:latin typeface="Telefonica Sans" panose="02000003020000060003"/>
            </a:endParaRP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Problema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</a:t>
            </a:r>
            <a:endParaRPr lang="en-US" dirty="0">
              <a:solidFill>
                <a:srgbClr val="111111"/>
              </a:solidFill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Si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tengo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3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coches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y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compro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2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más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, ¿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cuántos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tengo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?</a:t>
            </a:r>
            <a:endParaRPr lang="en-US" dirty="0">
              <a:solidFill>
                <a:srgbClr val="11111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A8FD71-A26F-7F60-242F-C6A97757E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92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41BB6-21C0-8E5C-E85A-DE418D70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EED5054-521D-03C4-A436-EB56A419A055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EF211E4-25E9-11DB-0A30-4BC7785CF8CB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</a:t>
            </a:r>
            <a:r>
              <a:rPr lang="es-ES" dirty="0" err="1"/>
              <a:t>Root</a:t>
            </a:r>
            <a:r>
              <a:rPr lang="es-ES" dirty="0"/>
              <a:t> </a:t>
            </a:r>
            <a:r>
              <a:rPr lang="es-ES" dirty="0" err="1"/>
              <a:t>Prompts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35C25EB8-3470-F9C6-3184-45812D950D77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Define reglas base que gobiernan todo el comportamiento del modelo durante una conversación.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1FB7A-CC35-26B5-4832-81CC6AA5834E}"/>
              </a:ext>
            </a:extLst>
          </p:cNvPr>
          <p:cNvSpPr txBox="1"/>
          <p:nvPr/>
        </p:nvSpPr>
        <p:spPr>
          <a:xfrm>
            <a:off x="492135" y="2274837"/>
            <a:ext cx="5241153" cy="1235154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Define: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rol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objetivo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restricciones</a:t>
            </a:r>
            <a:endParaRPr lang="en-US" dirty="0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27AA0-3B9C-E4A7-734F-7A0B8A6B496A}"/>
              </a:ext>
            </a:extLst>
          </p:cNvPr>
          <p:cNvSpPr txBox="1"/>
          <p:nvPr/>
        </p:nvSpPr>
        <p:spPr>
          <a:xfrm>
            <a:off x="6096000" y="2274837"/>
            <a:ext cx="5347889" cy="1223546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Eres un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experto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Machine Learning.</a:t>
            </a: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Responde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siempre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con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precisión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técnica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No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inventes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información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ejemplos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cuando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sea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posible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84D1B-D9CF-C630-42A4-744A64F5C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91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D7D6-E78B-491B-DFC1-DD7AD7E0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648AB5F-4EBE-F165-57FA-9D86D92C4833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8824554-1E1D-F398-7538-C57352CADE82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Patrón Persona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DC20931E-F820-BA06-6A12-99CFDA544027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Asigna una identidad o rol al modelo para mejorar la calidad, estilo y precisión de la respuesta.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03E8B-74F9-1712-D7B5-56288CD82F53}"/>
              </a:ext>
            </a:extLst>
          </p:cNvPr>
          <p:cNvSpPr txBox="1"/>
          <p:nvPr/>
        </p:nvSpPr>
        <p:spPr>
          <a:xfrm>
            <a:off x="492135" y="2274837"/>
            <a:ext cx="5241153" cy="1520190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Ejemplos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de roles: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profesor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ingeniero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consultor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científico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A5536-5FAE-5123-6EF3-2505965F89FC}"/>
              </a:ext>
            </a:extLst>
          </p:cNvPr>
          <p:cNvSpPr txBox="1"/>
          <p:nvPr/>
        </p:nvSpPr>
        <p:spPr>
          <a:xfrm>
            <a:off x="6096000" y="2274837"/>
            <a:ext cx="5347889" cy="658832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Actúa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como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un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profesor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de IA.</a:t>
            </a: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Explica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qué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es un transformer de forma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sencilla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AA87E-C5AE-A723-55B5-DBD9EC7C5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7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A84F-C541-A5EE-11AE-D3C57973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1EAAFA4-E17E-1634-BB7B-B135EAF4A9F4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7B6DB99-D47F-758F-BCCD-7189C246C74E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Meta lenguaje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3E06EF90-6358-8CE0-0D3D-90547B771C99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Permite dar instrucciones sobre cómo debe comportarse el modelo a nivel estructural o lógico.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9AA38-9CF1-D850-9C07-A16E26AC2A4D}"/>
              </a:ext>
            </a:extLst>
          </p:cNvPr>
          <p:cNvSpPr txBox="1"/>
          <p:nvPr/>
        </p:nvSpPr>
        <p:spPr>
          <a:xfrm>
            <a:off x="492135" y="2274837"/>
            <a:ext cx="5241153" cy="665083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Explica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como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si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fuera un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niño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de 10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años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Responde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formato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tabla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</a:t>
            </a:r>
            <a:endParaRPr lang="en-US" dirty="0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61F15-EF60-32CA-FD27-35CA9D21F3D6}"/>
              </a:ext>
            </a:extLst>
          </p:cNvPr>
          <p:cNvSpPr txBox="1"/>
          <p:nvPr/>
        </p:nvSpPr>
        <p:spPr>
          <a:xfrm>
            <a:off x="6096000" y="2274837"/>
            <a:ext cx="5347889" cy="1505903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Explica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qué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es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el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overfitting.</a:t>
            </a: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Usa: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-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lenguaje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sencillo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-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ejemplos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prácticos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-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máximo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100 palabras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407A8-9CDB-D776-DAC6-22134EABD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6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45472-1D15-2365-1229-46EC9359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97C1DD9-9A75-AFD4-2330-8604AC85C6D7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73F572-B745-B231-80BC-436BEF627FD3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Filtros semánticos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7A8A45B7-822A-9F26-CA7A-71327ED4559D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Permite restringir el tipo de respuesta para evitar contenido irrelevante o incorrecto.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B4639-1477-CB6B-1C31-F451636FF0BB}"/>
              </a:ext>
            </a:extLst>
          </p:cNvPr>
          <p:cNvSpPr txBox="1"/>
          <p:nvPr/>
        </p:nvSpPr>
        <p:spPr>
          <a:xfrm>
            <a:off x="492135" y="2274837"/>
            <a:ext cx="5241153" cy="950119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Usar restricciones como: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"Solo responde sobre..."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"No incluyas..."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D3715-A557-82DE-229D-104AF3A30A54}"/>
              </a:ext>
            </a:extLst>
          </p:cNvPr>
          <p:cNvSpPr txBox="1"/>
          <p:nvPr/>
        </p:nvSpPr>
        <p:spPr>
          <a:xfrm>
            <a:off x="6096000" y="2274837"/>
            <a:ext cx="5347889" cy="941189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Explica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qué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es Python.</a:t>
            </a: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No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incluyas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ejemplos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de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otros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lenguajes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Máximo 3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líneas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BA0ED-0D95-4B28-135D-3096772E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21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E6A3-469D-7D80-8DBC-FC03A119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BABD073-5873-F973-15D8-ABDE6913CDC0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3F3AA56-FE71-D7A4-7210-66692DD70C60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</a:t>
            </a:r>
            <a:r>
              <a:rPr lang="es-ES" dirty="0" err="1"/>
              <a:t>Chain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Thought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05A5656C-42A7-C9BA-E6FF-DBECB62DA1AD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Permite mejorar el razonamiento del modelo obligándolo a pensar paso a paso.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3D037-6772-E899-4ECB-9981ED5A13B3}"/>
              </a:ext>
            </a:extLst>
          </p:cNvPr>
          <p:cNvSpPr txBox="1"/>
          <p:nvPr/>
        </p:nvSpPr>
        <p:spPr>
          <a:xfrm>
            <a:off x="492135" y="2274837"/>
            <a:ext cx="5241153" cy="950119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Usar frases como: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"Piensa paso a paso"</a:t>
            </a:r>
          </a:p>
          <a:p>
            <a:pPr marL="285750" indent="-285750">
              <a:buFont typeface="Arial"/>
              <a:buChar char="•"/>
            </a:pPr>
            <a:r>
              <a:rPr lang="es-E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"Explica tu razonamiento"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9E6DA-E739-6D0F-357B-60D06F358D59}"/>
              </a:ext>
            </a:extLst>
          </p:cNvPr>
          <p:cNvSpPr txBox="1"/>
          <p:nvPr/>
        </p:nvSpPr>
        <p:spPr>
          <a:xfrm>
            <a:off x="6096000" y="2274837"/>
            <a:ext cx="5347889" cy="941189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Si un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coche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va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a 60 km/h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durante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2 horas,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¿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cuántos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km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recorre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?</a:t>
            </a:r>
            <a:endParaRPr lang="en-US" dirty="0">
              <a:solidFill>
                <a:srgbClr val="111111"/>
              </a:solidFill>
            </a:endParaRPr>
          </a:p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Piensa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paso a paso antes de responder.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D632C-99B8-9D12-B010-037E833DC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93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C337-FE7B-54F9-29C9-640C4769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B478E7A-8B97-4369-9C29-C94551E42551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C1A7F3A-CE9D-2B85-55B7-5E99353529B1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</a:t>
            </a:r>
            <a:r>
              <a:rPr lang="es-ES" dirty="0" err="1"/>
              <a:t>ReAct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AFAA37B0-E292-D3C4-BFD4-E50F6703C0B7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Combina razonamiento y acción. El modelo razona, actúa, observa y vuelve a razonar.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F89FAE-4D39-22FE-5AEC-046B276B8DE0}"/>
              </a:ext>
            </a:extLst>
          </p:cNvPr>
          <p:cNvSpPr txBox="1"/>
          <p:nvPr/>
        </p:nvSpPr>
        <p:spPr>
          <a:xfrm>
            <a:off x="492135" y="2274837"/>
            <a:ext cx="5241153" cy="1520190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Estructura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Thought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Action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Observation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Answer</a:t>
            </a:r>
            <a:endParaRPr lang="en-US" dirty="0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E4B7A-810F-9A76-96BF-A1D07A20322B}"/>
              </a:ext>
            </a:extLst>
          </p:cNvPr>
          <p:cNvSpPr txBox="1"/>
          <p:nvPr/>
        </p:nvSpPr>
        <p:spPr>
          <a:xfrm>
            <a:off x="6096000" y="2274837"/>
            <a:ext cx="5347889" cy="941189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Pregunta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: ¿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Cuál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es la capital de Italia?</a:t>
            </a: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Thought: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Necesito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recordar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la capital de Italia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Answer: Roma</a:t>
            </a:r>
            <a:endParaRPr lang="en-US" dirty="0">
              <a:solidFill>
                <a:srgbClr val="11111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AC5B0-5BD0-D176-4EA2-54DDB884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23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0C963-6DDD-E2C8-CF65-BF61D45B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B36EF1B-5DE6-D5AA-79E8-FF4985988A80}"/>
              </a:ext>
            </a:extLst>
          </p:cNvPr>
          <p:cNvSpPr txBox="1">
            <a:spLocks/>
          </p:cNvSpPr>
          <p:nvPr/>
        </p:nvSpPr>
        <p:spPr>
          <a:xfrm>
            <a:off x="10604999" y="6357204"/>
            <a:ext cx="1215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000" b="0" i="0" kern="1200">
                <a:solidFill>
                  <a:schemeClr val="tx1">
                    <a:lumMod val="60000"/>
                    <a:lumOff val="40000"/>
                  </a:schemeClr>
                </a:solidFill>
                <a:latin typeface="Telefonica Sans" panose="02000003020000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EBEDA2-51E6-554C-A63C-E820F6D0080D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586179">
                    <a:lumMod val="60000"/>
                    <a:lumOff val="40000"/>
                  </a:srgbClr>
                </a:solidFill>
                <a:effectLst/>
                <a:uLnTx/>
                <a:uFillTx/>
                <a:latin typeface="Telefonica Sans" panose="02000003020000060003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srgbClr val="586179">
                  <a:lumMod val="60000"/>
                  <a:lumOff val="40000"/>
                </a:srgbClr>
              </a:solidFill>
              <a:effectLst/>
              <a:uLnTx/>
              <a:uFillTx/>
              <a:latin typeface="Telefonica Sans" panose="02000003020000060003" pitchFamily="2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6CEC866-2B75-F7BA-0AB4-7F0D181121B0}"/>
              </a:ext>
            </a:extLst>
          </p:cNvPr>
          <p:cNvSpPr txBox="1">
            <a:spLocks/>
          </p:cNvSpPr>
          <p:nvPr/>
        </p:nvSpPr>
        <p:spPr>
          <a:xfrm>
            <a:off x="407472" y="638219"/>
            <a:ext cx="7757581" cy="437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s-ES" dirty="0" err="1"/>
              <a:t>Promt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– Gamificación</a:t>
            </a:r>
            <a:endParaRPr lang="en" dirty="0"/>
          </a:p>
        </p:txBody>
      </p:sp>
      <p:sp>
        <p:nvSpPr>
          <p:cNvPr id="8" name="Google Shape;710;p69">
            <a:extLst>
              <a:ext uri="{FF2B5EF4-FFF2-40B4-BE49-F238E27FC236}">
                <a16:creationId xmlns:a16="http://schemas.microsoft.com/office/drawing/2014/main" id="{F9340E83-60B9-6EB9-A84C-FB9015B3B4A9}"/>
              </a:ext>
            </a:extLst>
          </p:cNvPr>
          <p:cNvSpPr txBox="1"/>
          <p:nvPr/>
        </p:nvSpPr>
        <p:spPr>
          <a:xfrm>
            <a:off x="403745" y="1164578"/>
            <a:ext cx="11416795" cy="83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>
              <a:defRPr lang="es-ES"/>
            </a:defPPr>
            <a:lvl1pPr algn="just" defTabSz="914363">
              <a:def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Convierte la interacción en un juego o simulación, mejorando la creatividad y la calidad de las respuestas.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A7BB3-1491-B68D-A43E-D2A64A90677E}"/>
              </a:ext>
            </a:extLst>
          </p:cNvPr>
          <p:cNvSpPr txBox="1"/>
          <p:nvPr/>
        </p:nvSpPr>
        <p:spPr>
          <a:xfrm>
            <a:off x="492135" y="2274837"/>
            <a:ext cx="5241153" cy="1235154"/>
          </a:xfrm>
          <a:prstGeom prst="roundRect">
            <a:avLst>
              <a:gd name="adj" fmla="val 5682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Usar: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roles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escenarios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reglas</a:t>
            </a:r>
            <a:endParaRPr lang="en-US" dirty="0">
              <a:solidFill>
                <a:srgbClr val="111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CDEF6-78BA-1DD1-B277-4C4F461DFCED}"/>
              </a:ext>
            </a:extLst>
          </p:cNvPr>
          <p:cNvSpPr txBox="1"/>
          <p:nvPr/>
        </p:nvSpPr>
        <p:spPr>
          <a:xfrm>
            <a:off x="6096000" y="2274837"/>
            <a:ext cx="5347889" cy="1223546"/>
          </a:xfrm>
          <a:prstGeom prst="roundRect">
            <a:avLst>
              <a:gd name="adj" fmla="val 3777"/>
            </a:avLst>
          </a:prstGeom>
          <a:solidFill>
            <a:srgbClr val="F6F6F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</a:lstStyle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Vamos a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jugar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un juego.</a:t>
            </a:r>
            <a:endParaRPr lang="en-US" dirty="0">
              <a:solidFill>
                <a:srgbClr val="111111"/>
              </a:solidFill>
              <a:latin typeface="Telefonica Sans" panose="02000003020000060003"/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Tú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eres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un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inversor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y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yo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un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emprendedor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.</a:t>
            </a:r>
            <a:endParaRPr lang="en-US" dirty="0">
              <a:solidFill>
                <a:srgbClr val="111111"/>
              </a:solidFill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Debes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decidir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si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inviertes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o no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en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mi startup.</a:t>
            </a:r>
            <a:endParaRPr lang="en-US" dirty="0">
              <a:solidFill>
                <a:srgbClr val="111111"/>
              </a:solidFill>
            </a:endParaRPr>
          </a:p>
          <a:p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Haz </a:t>
            </a:r>
            <a:r>
              <a:rPr lang="en-US" dirty="0" err="1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preguntas</a:t>
            </a:r>
            <a:r>
              <a:rPr lang="en-US" dirty="0">
                <a:solidFill>
                  <a:srgbClr val="111111"/>
                </a:solidFill>
                <a:latin typeface="Telefonica Sans" panose="02000003020000060003"/>
                <a:ea typeface="+mn-lt"/>
                <a:cs typeface="+mn-lt"/>
              </a:rPr>
              <a:t> primero.</a:t>
            </a:r>
            <a:endParaRPr lang="en-US" dirty="0">
              <a:solidFill>
                <a:srgbClr val="11111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49E2F-AB7C-8C7B-809C-EC46A29ED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892" y="209515"/>
            <a:ext cx="476316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531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Contenido">
  <a:themeElements>
    <a:clrScheme name="TEFTECH">
      <a:dk1>
        <a:srgbClr val="586179"/>
      </a:dk1>
      <a:lt1>
        <a:srgbClr val="FFFFFF"/>
      </a:lt1>
      <a:dk2>
        <a:srgbClr val="0066FF"/>
      </a:dk2>
      <a:lt2>
        <a:srgbClr val="F1F4FF"/>
      </a:lt2>
      <a:accent1>
        <a:srgbClr val="6E7893"/>
      </a:accent1>
      <a:accent2>
        <a:srgbClr val="7C877C"/>
      </a:accent2>
      <a:accent3>
        <a:srgbClr val="9D83A3"/>
      </a:accent3>
      <a:accent4>
        <a:srgbClr val="807477"/>
      </a:accent4>
      <a:accent5>
        <a:srgbClr val="E66C64"/>
      </a:accent5>
      <a:accent6>
        <a:srgbClr val="EAC344"/>
      </a:accent6>
      <a:hlink>
        <a:srgbClr val="59C2C9"/>
      </a:hlink>
      <a:folHlink>
        <a:srgbClr val="C366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</TotalTime>
  <Words>1063</Words>
  <Application>Microsoft Office PowerPoint</Application>
  <PresentationFormat>Widescreen</PresentationFormat>
  <Paragraphs>214</Paragraphs>
  <Slides>16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Lato Light</vt:lpstr>
      <vt:lpstr>Sans Serif Collection</vt:lpstr>
      <vt:lpstr>Telefonica</vt:lpstr>
      <vt:lpstr>Telefonica Sans</vt:lpstr>
      <vt:lpstr>1_Contenido</vt:lpstr>
      <vt:lpstr>Office Theme</vt:lpstr>
      <vt:lpstr>Diapositiva de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Prior Muñoz</dc:creator>
  <cp:lastModifiedBy>Victor Prior Muñoz</cp:lastModifiedBy>
  <cp:revision>6</cp:revision>
  <dcterms:created xsi:type="dcterms:W3CDTF">2025-08-01T15:08:52Z</dcterms:created>
  <dcterms:modified xsi:type="dcterms:W3CDTF">2026-04-21T13:49:49Z</dcterms:modified>
</cp:coreProperties>
</file>